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5A0A7A"/>
                </a:solidFill>
              </a:rPr>
              <a:t>Session 2 —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Instructor deck — do not distribute before the session.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All verdicts verified: ESBMC 8.3.0 / Z3 4.16.0 (solutions/expected-verdicts.md).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1, Stage 1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1c: NOT equivalent — counterexample [b = False].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With b false, a → (b → a) is true but b is false.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1d (the TODO): implication is NOT associative.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equivalent(Implies(Implies(a, b), c),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         Implies(a, Implies(b, c)), "1d")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Counterexample: a and c both false — lhs is false (T → F), rhs is true (F → anything).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1, Stages 2–3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Stage 2 — the missing constraint: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send  = 1000*S + 100*E + 10*N + D   (more, money alike)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s.add(send + more == money)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Unique model: 9567 + 1085 = 10652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Stage 3, Q3 — still sat even with x &gt;= 0: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x = 0x7FFFFFFF wraps y to INT_MIN; 2 * INT_MIN wraps to 0 &lt; 2.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Same bug class --overflow-check hunts in Lab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2 — overflow.c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Verdict: FAILED — solver picks i = -1, x = -1; the write lands on a[0], a[1] stays garbage.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Fix (overflow_fixed.c): repair the index AND the spec — keep x untrusted: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a[2] = {0, 0};  int i = 0;  int x = nondet_int();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assert(x == 0 ? *(p + i) == 0 : *(p + i + 1) == 1);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esbmc overflow_fixed.c  =&gt;  VERIFICATION SUCCESSFUL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Takeaway: fix the index and the assertion; the input stays nondet.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2 — leak.c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dereference failure: forgotten memory: dynamic_1_array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CWE: CWE-401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p = q overwrote the only pointer to the first malloc(5) — those 5 bytes can never be freed.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Fix (leak_fixed.c): free(p) BEFORE aliasing it.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esbmc leak_fixed.c --memory-leak-check  =&gt;  SUCCESSFUL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Takeaway: a leak is unreachable memory, not just un-freed memory.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2 — vla.c (two bugs)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Bug 1: the loop runs to size + 1 — one write past a VLA of size n when size == n.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Bug 2: the first call is foo(0, b, 0) — a zero-sized VLA is undefined behaviour before any access.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Fix (vla_fixed.c): guard the sizes, loop strictly below size: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if (n &lt;= 0 || size &gt; n) return 0;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for (i = 0; i &lt; size; i++) a[i] = b[i];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esbmc vla_fixed.c --unwind 6  =&gt;  VERIFICATION SUCCESSFUL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2 — getpassword.c (stretch)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Fix (getpassword_fixed.c): bounded read, strip the newline: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if (!fgets(buf, sizeof(buf), stdin)) return 1;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buf[strcspn(buf, "\n")] = '\0';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Gotcha: the fixed file (char buf[8]) needs --unwind 10, not 8 — the fgets model iterates further.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A minimal fix keeping buf[4] verifies at --unwind 8.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Discussion bridge: why does the right bound depend on the code? → Lab 3, Part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3 — triangle.c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Seeded bug: classify() forgot the third inequality b + c &lt;= a.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two TODO properties (triangle_solution.c):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assert(!(a+b&lt;=c || a+c&lt;=b || b+c&lt;=a) || r == 4);  /* P3 */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assert(classify(a, b, c) == classify(c, b, a));   /* P4 */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Observed counterexamples — both correct outcomes of the same bug: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a=999, b=1, c=1 fires P3 directly;  a=512, b=256, c=768 fires P4.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Fixed + specified: VERIFICATION SUCCESSFUL in ~0.5 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3 — unwind.c scoreboard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566160"/>
                <a:gridCol w="4937760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Verdict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What it means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--unwind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FAILED (unwinding assertion)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Bound truncated the loop — not a program bug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--unwind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FAILED (unwinding assertion)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Same — still short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--unwind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SUCCESSFUL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Complete proof: every n &lt;= MAX=50 fully unwound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--k-induction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Assertion not k-inductive without invariant sum == 2*i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The most important 5 minutes of the evening: SUCCESSFUL at 60 is a proof; FAILED at 5 says nothing about the program.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4, Track A — race.c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failing interleaving, straight from the trace: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State 71 ... function t1 thread 1      g = 1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State 78 ... function t2 thread 2      g = 2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State 87 ... function t1 thread 1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Violated property: assertion t1   (g == 1)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Fix (race_fixed.c): one mutex makes write-then-check atomic — lock around g = 1; assert(g == 1); in t1 and around g = 2 in t2.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esbmc race_fixed.c --context-bound 2  =&gt;  SUCCESSFUL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4, Track B — float.c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FAILED is the correct verdict — the program is genuinely wrong.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0.1, 0.2 and 0.3 have no exact binary64 representation — same reason 1/3 has none in decimal.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0.1 + 0.2 rounds to the double nearest 0.30000000000000004, which is not the double nearest 0.3.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There is no float_fixed.c — by design. Discuss the remedies: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compare with an epsilon: fabs(w - z) &lt; 1e-9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use decimal / fixed-point where exactness matters (money!)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or specify the property you actually mean.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Master verdict table (fallback if live demos die)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206240"/>
                <a:gridCol w="265176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Buggy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Fixed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overflow.c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esbmc overflow.c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SUCCESSFUL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leak.c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esbmc leak.c --memory-leak-check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SUCCESSFUL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vla.c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esbmc vla.c --unwind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SUCCESSFUL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getpassword.c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esbmc getpassword.c --unwind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SUCCESSFUL (--unwind 10)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triangle.c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esbmc triangle.c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SUCCESSFUL (weak spec!)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SUCCESSFUL (full spec)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unwind.c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--unwind 5 / 20 / 60 / --k-induction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 / F / S /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race.c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esbmc race.c --context-bound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SUCCESSFUL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float.c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esbmc float.c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— (by design)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