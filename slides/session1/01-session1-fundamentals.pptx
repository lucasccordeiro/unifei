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 —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 —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 and a race condition. Hold that thought — you will hunt both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static analysers are sound but not complete (no missed bugs, but false alarms).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testing, 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* sound up to its bound — tonight's central fine print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all different digits, S ≠ 0, M ≠ 0 — about 10⁸ candidate assignments.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