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anyone ever be let in?" — and it hands back the exact password,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4;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assert(strcmp(buf, "SMT") != 0);  /* claim: never granted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84, 0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derived the password from the program's own logic. The test compiles, runs, and prints "Access Granted" — no one had to guess the right input.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static analysers are sound but not complete (no missed bugs, but false alarms).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testing, 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* sound up to its bound — tonight's central fine print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letters, all different digits, S ≠ 0, M ≠ 0 — about 10⁸ candidate assignments.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finds the unique solution in well under a second.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puzzles finds your bugs: a counterexample is just a solution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