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sbmc.github.io/docs/c-cpp/ctest-gen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finds the overflow itself (CWE-787) — the door. The check is otherwise sound: no input but "SMT" passes it (provable). A non-password input that still gets in is the strncmp logic-flaw demo.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From counterexample to a runnable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Ask the same tool the opposite question — "can any input get past the check?" — and it hands back one that does, as a test you can run.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char buf[4];                          /* input ESBMC chooses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for (int i = 0; i &lt; 3; i++) buf[i] = nondet_char();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buf[3] = '\0';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(strcmp(buf, "SMT") ==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        /* claim: this is unreachable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→ Generated CTest test case: test_case.c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char nondet_char(void) {            /* test_case.c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const char v[] = { 83, 77, 84 };  /* "SMT"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static int i = 0; return v[i++];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found the input that reaches the protected branch. The test compiles, runs, and prints "Access Granted with input SMT" — no one had to guess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  <a:hlinkClick r:id="rId2"/>
              </a:rPr>
              <a:t>Docs: esbmc.github.io/docs/c-cpp/ctest-gen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the check itself is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No overflow, no guessed secret — this time the access check has a one-character bug, and ESBMC walks straight through it.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int access_granted(const char *buf)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return strncmp(buf, "SMT", strlen(buf)) == 0;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}   /* compares only strlen(buf) chars → any prefix passes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if (access_granted(buf) &amp;&amp; strcmp(buf, "SMT") != 0)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  assert(0);     /* got in WITHOUT the password */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$ esbmc getpassword.c --unwind 8 --generate-ctest-testcase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  buf = { 0, 0, 0 }            → the empty string ""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 grants itself access by typing nothing: "" is a prefix of "SMT", so strncmp compares zero characters and returns 0. The fix is strcmp — compare the whole password.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session1-demos/strncmp-bypass/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static analysers — e.g. abstract interpretation — are sound but not complete by design (no missed bugs, but false alarms).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everyday bug-finders, by contrast, are unsound: they accept missed bugs to scale to real code and keep false alarms manageable.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techniques as real tools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2801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In one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/>
                        <a:t>Example tools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Testing &amp; fuzzing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run the code on many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AFL++, libFuzzer, OSS-Fuzz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explore paths with a solver; each bug comes with an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KLEE, SAGE, angr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Bug-finding static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scan for suspicious patterns (unsound — misses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Coverity, Clang Static Analyzer, CodeQL, Cppcheck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Abstract interpretation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over-approximate every run (sound — but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Astrée, Polyspace, Frama-C (Eva)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properties up to a depth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CBMC,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/>
                        <a:t>Deductive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prove code against a spec (needs effort)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Dafny, SPARK (GNATprove), Frama-C (WP)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789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Tonight's tool, ESBMC, is bounded model checking — and BMC and deductive verifiers both run on the SAT/SMT solvers we meet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checking*,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* sound only up to its bound. k-induction removes it: prove the inductive step — not just unwind to depth k — and BMC climbs into the Sound row (an unbounded proof when the induction converges; Session 2).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LLMs find bugs too — but who checks the LLM?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LLMs (Copilot, Claude, Cursor) read code and flag bugs — fast, broad, cheap. They even find real zero-days: Google's Big Sleep found an exploitable buffer underflow in SQLite (2024).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But an LLM is unsound and incomplete: it misses real bugs and hallucinates ones that aren't there — no guarantees. Same corner of the grid as code review.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win is pairing them — the LLM proposes, a sound checker disposes: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LLM suggests bugs, fixes, specs, or inductive invariants;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the verifier returns a concrete counterexample or a proof — and catches the hallucinations.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ESBMC-AI does exactly this: ESBMC verifies → counterexample + code → LLM proposes a fix → re-verify, loop until proven.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Sources: Google Big Sleep (Project Zero × DeepMind, 2024) · ESBMC-AI — esbmc.github.io/esbmc-ai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substitution puzzle: replace each letter with a digit. Same letter → same digit; different letters → different digits.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distinct letters — S E N D M O R Y. The words are fixed; what we solve for is the digit hiding behind each letter.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Goal: find the assignment that makes the addition come out true.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Turn the puzzle into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word is just its digits times their place value: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SEND  = 1000·S + 100·E + 10·N + 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MORE  = 1000·M + 100·O + 10·R + E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MONEY = 10000·M + 1000·O + 100·N + 10·E +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 the whole puzzle becomes one equation:  SEND + MORE = MONEY.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Plus the rules: every letter is a digit 0–9; all eight are different; S ≠ 0 and M ≠ 0 (no number starts with 0).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is MONEY five digits? Two 4-digit numbers can carry into a fifth place — and that carry is at most 1, so M = 1 before we even start.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 the solver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Naïvely 10⁸ ways to fill in eight letters; “all different, S ≠ 0, M ≠ 0” cuts it to about 1.5 million — still far too many to eyeball.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solver does not guess blindly: it fixes M = 1, then propagates each column's carry, backtracking when a choice clashes — the way you solve Sudoku.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returns the unique solution in well under a second: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9567 + 1085 = 10652   (S=9 E=5 N=6 D=7 M=1 O=0 R=8 Y=2)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this finds your bugs: a counterexample is just a satisfying assignment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Run it live: session1-demos/send_more_money.py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