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 —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 —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 and a race condition. Hold that thought — you will hunt both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bugs in GNU coreutils — code tested for 15 years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credited with finding 1/3 of all Win7 file-parsing bugs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Airbus A380 fly-by-wire control code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fuzzers find zero wrong-code bugs in 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A380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