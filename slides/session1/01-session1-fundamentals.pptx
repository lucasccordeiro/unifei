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substitution puzzle: replace each letter with a digit. Same letter → same digit; different letters → different digits.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distinct letters — S E N D M O R Y. The words are fixed; what we solve for is the digit hiding behind each letter.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Goal: find the assignment that makes the addition come out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Turn the puzzle into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word is just its digits times their place value: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1000·S + 100·E + 10·N + 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MORE  = 1000·M + 100·O + 10·R + E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MONEY = 10000·M + 1000·O + 100·N + 10·E +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 the whole puzzle becomes one equation:  SEND + MORE = MONEY.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Plus the rules: every letter is a digit 0–9; all eight are different; S ≠ 0 and M ≠ 0 (no number starts with 0).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is MONEY five digits? Two 4-digit numbers can carry into a fifth place — and that carry is at most 1, so M = 1 before we even start.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 the solver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Naïvely 10⁸ ways to fill in eight letters; “all different, S ≠ 0, M ≠ 0” cuts it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solver does not guess blindly: it fixes M = 1, then propagates each column's carry, backtracking when a choice clashes — the way you solve Sudoku.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returns the unique solution in well under a second: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send_more_money.py        # in session1-demos/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9567 + 1085 = 10652   (S=9 E=5 N=6 D=7 M=1 O=0 R=8 Y=2)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this finds your bugs: a counterexample is just a satisfying assignment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