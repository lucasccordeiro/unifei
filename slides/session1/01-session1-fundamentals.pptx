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accept missed bugs to scale to real code and keep false alarms manageable.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techniques as real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In one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Example tools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Testing &amp; fuzzing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run the code on many 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AFL++, libFuzzer, OSS-Fuzz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explore paths with a solver; each bug comes with an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KLEE, SAGE, angr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Bug-finding static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scan for suspicious patterns (unsound — misses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Coverity, Clang Static Analyzer, CodeQL, Cppcheck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over-approximate every run (sound — but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Astrée, Polyspace, Frama-C (Eva)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properties up to a depth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CBMC,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Deductive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code against a spec (needs effort)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Dafny, SPARK (GNATprove), Frama-C (WP)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789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Tonight's tool, ESBMC, is bounded model checking — and BMC and deductive verifiers both run on the SAT/SMT solvers we meet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checking*,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* sound only up to its bound. k-induction removes it: prove the inductive step — not just unwind to depth k — and BMC climbs into the Sound row (an unbounded proof when the induction converges; Session 2).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LLMs find bugs too — but who checks the LLM?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LLMs (Copilot, Claude, Cursor) read code and flag bugs — fast, broad, cheap. They even find real zero-days: Google's Big Sleep found an exploitable buffer underflow in SQLite (2024).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But an LLM is unsound and incomplete: it misses real bugs and hallucinates ones that aren't there — no guarantees. Same corner of the grid as code review.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win is pairing them — the LLM proposes, a sound checker disposes: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LLM suggests bugs, fixes, specs, or inductive invariants;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verifier returns a concrete counterexample or a proof — and catches the hallucinations.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ESBMC-AI does exactly this: ESBMC verifies → counterexample + code → LLM proposes a fix → re-verify, loop until proven.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Sources: Google Big Sleep (Project Zero × DeepMind, 2024) · ESBMC-AI — esbmc.github.io/esbmc-ai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all different digits, S ≠ 0, M ≠ 0 — about 10⁸ candidate assignments.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