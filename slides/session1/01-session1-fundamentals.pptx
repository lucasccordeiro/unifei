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esbmc/esbmc/blob/master/src/irep2/README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send_more_money.py        # in session1-demos/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Specifying functions: contracts (pre/post)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Hoare triple {P} S {Q}: if precondition P holds before S, postcondition Q holds after. Design-by-contract splits the duty: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requires (precondition) — the caller's duty before the call.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ensures (postcondition) — the function's promise on return.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Why it matters: verify each function once against its contract, then callers trust the contract — not the body. That is modular (assume-guarantee) verification, and it is how proof scales.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engine of the deductive-verification row (Dafny, Frama-C/WP, SPARK). ESBMC has it too: __ESBMC_requires / __ESBMC_ensures, with --enforce-contract vs --replace-call-with-contract (Session 2, Lab 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Hoare, CACM 1969 (doi:10.1145/363235.363259) · Meyer, IEEE Computer 1992 (doi:10.1109/2.161279)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BMC pipeline you just saw hunts a counterexample (or proves up to a bound). Abstract interpretation proves P the other way — over-approximate every run at once: no inputs, no paths, no bound.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x = 0                 # x ∈ [0, 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while x &lt; 100: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x = x + 1         # x ∈ [1, 100]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# fixpoint invariant:  x ∈ [0, 100]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assert 0 &lt;= x &lt;= 100  # implied by the invariant → PROVED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Compute the tightest fact the loop can't escape (a fixpoint); if it implies P, P holds for every run — no unrolling.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Sound, not complete: too coarse → a false alarm. (Astrée proved the A340/A380 fly-by-wire this way — next slide.)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Sound over-approximation: Cousot &amp; Cousot, POPL 1977 (doi:10.1145/512950.512973)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Abstract interpretation: domain, widening, narrowing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Abstract domain — the facts you track instead of exact values. Intervals x ∈ [a, b]; richer ones add relationships (octagons ±x ±y ≤ c, polyhedra). At a branch you join the two sides — richer domain → more precise, but more costly.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Widening (∇) — forces loops to converge. The loop ascends [0,0] → [0,1] → [0,2] → … and may never stop; widening sees the bound climbing and extrapolates it to [0, +∞). Termination, at the cost of precision.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Narrowing (Δ) — recovers what widening overshot. Re-reading the guard x &lt; 100 pulls [0, +∞) back to [0, 100]: precision restored, still terminating.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ships it too — --interval-analysis — and can supply the invariant k-induction needs (Session 2, Lab 3).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Under the hood — and how to hack on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Tonight's pipeline was the conceptual one. ESBMC's real pipeline: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Clang frontend → irep2 (typed IR) → GOTO program → symbolic execution (unwind, SSA) → SMT backends (Z3, Bitwuzla, cvc5)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irep2 is the typed, reference-counted representation everything lowers to and every backend consumes.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Want to add a check, a frontend, or a new node type? Start here: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github.com/esbmc/esbmc  →  src/irep2/README.md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the curious — and anyone who wants to contribute.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src/irep2/README.md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