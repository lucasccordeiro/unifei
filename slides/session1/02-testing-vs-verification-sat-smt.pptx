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compatMode="1" strictFirstAndLastChars="0" saveSubsetFonts="1" autoCompressPictures="0">
  <p:sldMasterIdLst>
    <p:sldMasterId id="2147483649" r:id="rId1"/>
  </p:sldMasterIdLst>
  <p:notesMasterIdLst>
    <p:notesMasterId r:id="rId21"/>
  </p:notesMasterIdLst>
  <p:handoutMasterIdLst>
    <p:handoutMasterId r:id="rId22"/>
  </p:handoutMasterIdLst>
  <p:sldIdLst>
    <p:sldId id="331" r:id="rId2"/>
    <p:sldId id="563" r:id="rId3"/>
    <p:sldId id="571" r:id="rId4"/>
    <p:sldId id="548" r:id="rId5"/>
    <p:sldId id="581" r:id="rId6"/>
    <p:sldId id="585" r:id="rId7"/>
    <p:sldId id="586" r:id="rId8"/>
    <p:sldId id="587" r:id="rId9"/>
    <p:sldId id="444" r:id="rId10"/>
    <p:sldId id="446" r:id="rId11"/>
    <p:sldId id="447" r:id="rId12"/>
    <p:sldId id="592" r:id="rId13"/>
    <p:sldId id="608" r:id="rId14"/>
    <p:sldId id="627" r:id="rId15"/>
    <p:sldId id="611" r:id="rId16"/>
    <p:sldId id="616" r:id="rId17"/>
    <p:sldId id="619" r:id="rId18"/>
    <p:sldId id="623" r:id="rId19"/>
    <p:sldId id="626" r:id="rId20"/>
  </p:sldIdLst>
  <p:sldSz cx="9144000" cy="6858000" type="screen4x3"/>
  <p:notesSz cx="6946900" cy="92329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000" 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000" 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000" 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000" 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8">
          <p15:clr>
            <a:srgbClr val="A4A3A4"/>
          </p15:clr>
        </p15:guide>
        <p15:guide id="2" pos="218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howGuides="1">
      <p:cViewPr varScale="1">
        <p:scale>
          <a:sx n="120" d="100"/>
          <a:sy n="120" d="100"/>
        </p:scale>
        <p:origin x="1944" y="184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0" d="100"/>
          <a:sy n="60" d="100"/>
        </p:scale>
        <p:origin x="-1710" y="-72"/>
      </p:cViewPr>
      <p:guideLst>
        <p:guide orient="horz" pos="2908"/>
        <p:guide pos="218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07464FD-1747-D3FA-0323-F0BE09FC72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9900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281D97-1362-0300-AC99-6E89C8EEBB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35413" y="0"/>
            <a:ext cx="3009900" cy="4619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95A992C-F14F-9B47-AF81-2528C9D090D2}" type="datetimeFigureOut">
              <a:rPr lang="en-US" altLang="en-US"/>
              <a:pPr/>
              <a:t>6/11/26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CA9EE3-E04F-4EB4-7F94-EEA1EA08027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69350"/>
            <a:ext cx="3009900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BCBCDA-CB1E-619D-1BC1-5DCC2ABFFE6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35413" y="8769350"/>
            <a:ext cx="3009900" cy="4619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E9B751C-2D10-DB4C-B17E-BE51DCD0076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12F01FE1-74B7-72C9-A591-FECBE1C1494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99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C343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2455" tIns="46227" rIns="92455" bIns="46227" numCol="1" anchor="ctr" anchorCtr="0" compatLnSpc="1">
            <a:prstTxWarp prst="textNoShape">
              <a:avLst/>
            </a:prstTxWarp>
          </a:bodyPr>
          <a:lstStyle>
            <a:lvl1pPr defTabSz="923925">
              <a:defRPr sz="1200" i="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45B45087-17DB-D6AC-F40E-8176F42353E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37000" y="0"/>
            <a:ext cx="30099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C343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2455" tIns="46227" rIns="92455" bIns="46227" numCol="1" anchor="ctr" anchorCtr="0" compatLnSpc="1">
            <a:prstTxWarp prst="textNoShape">
              <a:avLst/>
            </a:prstTxWarp>
          </a:bodyPr>
          <a:lstStyle>
            <a:lvl1pPr algn="r" defTabSz="923925">
              <a:defRPr sz="1200" i="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>
            <a:extLst>
              <a:ext uri="{FF2B5EF4-FFF2-40B4-BE49-F238E27FC236}">
                <a16:creationId xmlns:a16="http://schemas.microsoft.com/office/drawing/2014/main" id="{9F1E4E8B-9AE4-C30D-2A61-D42000BF989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5225" y="692150"/>
            <a:ext cx="4616450" cy="34623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55301" name="Rectangle 5">
            <a:extLst>
              <a:ext uri="{FF2B5EF4-FFF2-40B4-BE49-F238E27FC236}">
                <a16:creationId xmlns:a16="http://schemas.microsoft.com/office/drawing/2014/main" id="{EA4302C5-3DEB-3BA5-0531-C8ED681AD9F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5513" y="4386263"/>
            <a:ext cx="5095875" cy="415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C343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2455" tIns="46227" rIns="92455" bIns="4622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5302" name="Rectangle 6">
            <a:extLst>
              <a:ext uri="{FF2B5EF4-FFF2-40B4-BE49-F238E27FC236}">
                <a16:creationId xmlns:a16="http://schemas.microsoft.com/office/drawing/2014/main" id="{E97704DF-6549-45F6-94CA-25AA11801C4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0938"/>
            <a:ext cx="30099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C343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2455" tIns="46227" rIns="92455" bIns="46227" numCol="1" anchor="b" anchorCtr="0" compatLnSpc="1">
            <a:prstTxWarp prst="textNoShape">
              <a:avLst/>
            </a:prstTxWarp>
          </a:bodyPr>
          <a:lstStyle>
            <a:lvl1pPr defTabSz="923925">
              <a:defRPr sz="1200" i="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3" name="Rectangle 7">
            <a:extLst>
              <a:ext uri="{FF2B5EF4-FFF2-40B4-BE49-F238E27FC236}">
                <a16:creationId xmlns:a16="http://schemas.microsoft.com/office/drawing/2014/main" id="{B6A298B7-EFFA-A830-8934-CA7D92EB72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37000" y="8770938"/>
            <a:ext cx="30099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C343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2455" tIns="46227" rIns="92455" bIns="4622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 i="0">
                <a:latin typeface="Times New Roman" panose="02020603050405020304" pitchFamily="18" charset="0"/>
              </a:defRPr>
            </a:lvl1pPr>
          </a:lstStyle>
          <a:p>
            <a:fld id="{B1E122EA-9BEA-8846-A1D9-C296E4D5EAF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D01F5F8-713D-0E3F-9645-E1102BCB98A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13788142-6E79-2940-A1C1-3F2C26677AC3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ED8E0005-AD07-DE4C-91C3-050D62AFB996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485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7AB0231-8C28-167D-BC81-CF9DDB6AB6F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34D3B45B-A79A-654C-BE13-FA08ECF04C46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ED8E0005-AD07-DE4C-91C3-050D62AFB996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3536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3CF0C21-44DC-3C69-43EC-461101C6D65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A5ACB3A9-C229-5447-AA18-6D3456C99A89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ED8E0005-AD07-DE4C-91C3-050D62AFB996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9439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7E8A2D-23E5-EEB0-FE04-ADAE5EE0294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0554FBD9-8472-9842-8D26-A41791A761EA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ED8E0005-AD07-DE4C-91C3-050D62AFB996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9120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257A387-B86D-3359-BCF6-BF42FE96E7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0CDCF6F0-5FB4-1F48-A1E0-7BF75EEF2DD2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ED8E0005-AD07-DE4C-91C3-050D62AFB996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3327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C517590-FA77-DDAE-1CDA-DFB4EC379C8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81DA70E1-B147-0B48-87B4-C8A8B1E09BE7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ED8E0005-AD07-DE4C-91C3-050D62AFB996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1709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13F950D-9906-FA3E-AC0E-EB9FDEEF2AA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3207AAA9-2D97-474C-B309-4F682E522956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ED8E0005-AD07-DE4C-91C3-050D62AFB996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6670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385A6B-9AA1-A87D-59DE-6B13A4167CC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2415FB4B-E7C7-D640-AA76-C6D6F999D248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ED8E0005-AD07-DE4C-91C3-050D62AFB996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0562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09AC2F-A94D-347E-CB2D-DA2E5D331C0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46A2F8F9-009E-EA4D-B9F1-E9C571DA1894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ED8E0005-AD07-DE4C-91C3-050D62AFB996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4242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2BF88FD-1E6C-A793-7B2D-81D7C1C0FC0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520ECDC6-D5CF-F541-A013-A67B4CB18894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ED8E0005-AD07-DE4C-91C3-050D62AFB996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6063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FADE2DC-8C4A-7BC5-2729-B8F485BD2E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0F09C869-C530-B143-886C-EECF76A60D66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ED8E0005-AD07-DE4C-91C3-050D62AFB996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6097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6FF200DE-C9A5-BF55-A331-04746E900A4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7200" y="6553200"/>
            <a:ext cx="8229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900" b="1" i="0"/>
            </a:lvl1pPr>
          </a:lstStyle>
          <a:p>
            <a:r>
              <a:rPr lang="en-US" altLang="en-US"/>
              <a:t>David Luebke				         </a:t>
            </a:r>
            <a:fld id="{46916FAD-AC2A-E547-88CE-64140A05C4AE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ED8E0005-AD07-DE4C-91C3-050D62AFB996}" type="datetime1">
              <a:rPr lang="en-US" altLang="en-US"/>
              <a:pPr/>
              <a:t>6/11/26</a:t>
            </a:fld>
            <a:endParaRPr lang="en-US" altLang="en-US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1F058D80-83FC-8CCE-ACF5-D6E00E5132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C61BB993-10F6-7A76-E4A2-2F44B8F1F1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24000"/>
            <a:ext cx="82296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6" r:id="rId1"/>
    <p:sldLayoutId id="2147484687" r:id="rId2"/>
    <p:sldLayoutId id="2147484688" r:id="rId3"/>
    <p:sldLayoutId id="2147484689" r:id="rId4"/>
    <p:sldLayoutId id="2147484690" r:id="rId5"/>
    <p:sldLayoutId id="2147484691" r:id="rId6"/>
    <p:sldLayoutId id="2147484692" r:id="rId7"/>
    <p:sldLayoutId id="2147484693" r:id="rId8"/>
    <p:sldLayoutId id="2147484694" r:id="rId9"/>
    <p:sldLayoutId id="2147484695" r:id="rId10"/>
    <p:sldLayoutId id="214748469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25000"/>
        <a:buChar char="•"/>
        <a:defRPr sz="3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o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Monotype Sorts" pitchFamily="2" charset="2"/>
        <a:buChar char="]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lucas.cordeiro@cs.ox.ac.uk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9.emf"/><Relationship Id="rId7" Type="http://schemas.openxmlformats.org/officeDocument/2006/relationships/image" Target="../media/image1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3.emf"/><Relationship Id="rId5" Type="http://schemas.openxmlformats.org/officeDocument/2006/relationships/image" Target="../media/image10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237">
            <a:extLst>
              <a:ext uri="{FF2B5EF4-FFF2-40B4-BE49-F238E27FC236}">
                <a16:creationId xmlns:a16="http://schemas.microsoft.com/office/drawing/2014/main" id="{B4D30AC6-4D36-7DC6-6055-3A56C4B6B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513" y="2062163"/>
            <a:ext cx="8077200" cy="212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3" tIns="45713" rIns="45713" bIns="45713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i="0" kern="0" dirty="0">
                <a:solidFill>
                  <a:srgbClr val="8064A2">
                    <a:lumMod val="75000"/>
                  </a:srgbClr>
                </a:solidFill>
                <a:latin typeface="Arial"/>
                <a:ea typeface="Calibri"/>
                <a:cs typeface="Arial"/>
                <a:sym typeface="Calibri"/>
              </a:rPr>
              <a:t>Detection of Software Vulnerabilities: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i="0" kern="0" dirty="0">
                <a:solidFill>
                  <a:srgbClr val="8064A2">
                    <a:lumMod val="75000"/>
                  </a:srgbClr>
                </a:solidFill>
                <a:latin typeface="Arial"/>
                <a:ea typeface="Calibri"/>
                <a:cs typeface="Arial"/>
                <a:sym typeface="Calibri"/>
              </a:rPr>
              <a:t>Static Analysis</a:t>
            </a:r>
          </a:p>
        </p:txBody>
      </p:sp>
      <p:sp>
        <p:nvSpPr>
          <p:cNvPr id="12" name="Shape 238">
            <a:extLst>
              <a:ext uri="{FF2B5EF4-FFF2-40B4-BE49-F238E27FC236}">
                <a16:creationId xmlns:a16="http://schemas.microsoft.com/office/drawing/2014/main" id="{AA1F445E-9CA4-C29B-5C13-91F9D8EF6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589588"/>
            <a:ext cx="8642350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4994" tIns="44994" rIns="44994" bIns="44994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tabLst>
                <a:tab pos="723825" algn="l"/>
                <a:tab pos="1447650" algn="l"/>
                <a:tab pos="2171475" algn="l"/>
                <a:tab pos="2895300" algn="l"/>
                <a:tab pos="3619125" algn="l"/>
                <a:tab pos="4342950" algn="l"/>
                <a:tab pos="5066775" algn="l"/>
                <a:tab pos="5790600" algn="l"/>
                <a:tab pos="6514425" algn="l"/>
                <a:tab pos="7238250" algn="l"/>
                <a:tab pos="7962075" algn="l"/>
                <a:tab pos="8685900" algn="l"/>
              </a:tabLst>
              <a:defRPr sz="1800" b="1">
                <a:latin typeface="Arial"/>
                <a:ea typeface="Arial"/>
                <a:cs typeface="Arial"/>
                <a:sym typeface="Arial"/>
              </a:defRPr>
            </a:pPr>
            <a:r>
              <a:rPr sz="1800" b="1" i="0" kern="0" dirty="0">
                <a:solidFill>
                  <a:sysClr val="windowText" lastClr="000000"/>
                </a:solidFill>
                <a:latin typeface="Arial"/>
                <a:ea typeface="Arial"/>
                <a:cs typeface="Arial"/>
                <a:sym typeface="Arial"/>
              </a:rPr>
              <a:t>Lucas Cordeiro</a:t>
            </a: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tabLst>
                <a:tab pos="723825" algn="l"/>
                <a:tab pos="1447650" algn="l"/>
                <a:tab pos="2171475" algn="l"/>
                <a:tab pos="2895300" algn="l"/>
                <a:tab pos="3619125" algn="l"/>
                <a:tab pos="4342950" algn="l"/>
                <a:tab pos="5066775" algn="l"/>
                <a:tab pos="5790600" algn="l"/>
                <a:tab pos="6514425" algn="l"/>
                <a:tab pos="7238250" algn="l"/>
                <a:tab pos="7962075" algn="l"/>
                <a:tab pos="8685900" algn="l"/>
              </a:tabLst>
              <a:defRPr sz="1800" b="1">
                <a:latin typeface="Arial"/>
                <a:ea typeface="Arial"/>
                <a:cs typeface="Arial"/>
                <a:sym typeface="Arial"/>
              </a:defRPr>
            </a:pPr>
            <a:r>
              <a:rPr lang="x-none" sz="1800" b="1" i="0" kern="0" dirty="0">
                <a:solidFill>
                  <a:sysClr val="windowText" lastClr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 sz="1800" b="1" i="0" kern="0" dirty="0">
              <a:solidFill>
                <a:sysClr val="windowText" lastClr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tabLst>
                <a:tab pos="723825" algn="l"/>
                <a:tab pos="1447650" algn="l"/>
                <a:tab pos="2171475" algn="l"/>
                <a:tab pos="2895300" algn="l"/>
                <a:tab pos="3619125" algn="l"/>
                <a:tab pos="4342950" algn="l"/>
                <a:tab pos="5066775" algn="l"/>
                <a:tab pos="5790600" algn="l"/>
                <a:tab pos="6514425" algn="l"/>
                <a:tab pos="7238250" algn="l"/>
                <a:tab pos="7962075" algn="l"/>
                <a:tab pos="8685900" algn="l"/>
              </a:tabLst>
              <a:defRPr sz="1800">
                <a:solidFill>
                  <a:srgbClr val="2A78BC"/>
                </a:solidFill>
                <a:uFill>
                  <a:solidFill>
                    <a:srgbClr val="0000FF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800" i="0" kern="0" dirty="0">
                <a:solidFill>
                  <a:srgbClr val="2A78BC"/>
                </a:solidFill>
                <a:uFill>
                  <a:solidFill>
                    <a:srgbClr val="0000FF"/>
                  </a:solidFill>
                </a:uFill>
                <a:latin typeface="Arial"/>
                <a:ea typeface="Arial"/>
                <a:cs typeface="Arial"/>
                <a:sym typeface="Arial"/>
                <a:hlinkClick r:id="rId2"/>
              </a:rPr>
              <a:t>lucas.cordeiro@</a:t>
            </a:r>
            <a:r>
              <a:rPr lang="x-none" sz="1800" i="0" kern="0" dirty="0">
                <a:solidFill>
                  <a:srgbClr val="2A78BC"/>
                </a:solidFill>
                <a:uFill>
                  <a:solidFill>
                    <a:srgbClr val="0000FF"/>
                  </a:solidFill>
                </a:uFill>
                <a:latin typeface="Arial"/>
                <a:ea typeface="Arial"/>
                <a:cs typeface="Arial"/>
                <a:sym typeface="Arial"/>
                <a:hlinkClick r:id="rId2"/>
              </a:rPr>
              <a:t>manchester</a:t>
            </a:r>
            <a:r>
              <a:rPr sz="1800" i="0" kern="0" dirty="0">
                <a:solidFill>
                  <a:srgbClr val="2A78BC"/>
                </a:solidFill>
                <a:uFill>
                  <a:solidFill>
                    <a:srgbClr val="0000FF"/>
                  </a:solidFill>
                </a:uFill>
                <a:latin typeface="Arial"/>
                <a:ea typeface="Arial"/>
                <a:cs typeface="Arial"/>
                <a:sym typeface="Arial"/>
                <a:hlinkClick r:id="rId2"/>
              </a:rPr>
              <a:t>.ac.uk</a:t>
            </a:r>
          </a:p>
        </p:txBody>
      </p:sp>
      <p:pic>
        <p:nvPicPr>
          <p:cNvPr id="29699" name="Picture 6">
            <a:extLst>
              <a:ext uri="{FF2B5EF4-FFF2-40B4-BE49-F238E27FC236}">
                <a16:creationId xmlns:a16="http://schemas.microsoft.com/office/drawing/2014/main" id="{D657FD94-41A9-118D-C6A3-3E4DDD894B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28600"/>
            <a:ext cx="2338388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Shape 238">
            <a:extLst>
              <a:ext uri="{FF2B5EF4-FFF2-40B4-BE49-F238E27FC236}">
                <a16:creationId xmlns:a16="http://schemas.microsoft.com/office/drawing/2014/main" id="{4CA0737C-26FD-5F4B-1E79-7C530DB2C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0325" y="354013"/>
            <a:ext cx="4525963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4994" tIns="44994" rIns="44994" bIns="44994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723825" algn="l"/>
                <a:tab pos="1447650" algn="l"/>
                <a:tab pos="2171475" algn="l"/>
                <a:tab pos="2895300" algn="l"/>
                <a:tab pos="3619125" algn="l"/>
                <a:tab pos="4342950" algn="l"/>
                <a:tab pos="5066775" algn="l"/>
                <a:tab pos="5790600" algn="l"/>
                <a:tab pos="6514425" algn="l"/>
                <a:tab pos="7238250" algn="l"/>
                <a:tab pos="7962075" algn="l"/>
                <a:tab pos="8685900" algn="l"/>
              </a:tabLst>
              <a:defRPr sz="1800" b="1"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kern="0" dirty="0">
                <a:solidFill>
                  <a:sysClr val="windowText" lastClr="000000"/>
                </a:solidFill>
                <a:latin typeface="Arial"/>
                <a:ea typeface="Arial"/>
                <a:cs typeface="Arial"/>
                <a:sym typeface="Arial"/>
              </a:rPr>
              <a:t>Systems and Software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723825" algn="l"/>
                <a:tab pos="1447650" algn="l"/>
                <a:tab pos="2171475" algn="l"/>
                <a:tab pos="2895300" algn="l"/>
                <a:tab pos="3619125" algn="l"/>
                <a:tab pos="4342950" algn="l"/>
                <a:tab pos="5066775" algn="l"/>
                <a:tab pos="5790600" algn="l"/>
                <a:tab pos="6514425" algn="l"/>
                <a:tab pos="7238250" algn="l"/>
                <a:tab pos="7962075" algn="l"/>
                <a:tab pos="8685900" algn="l"/>
              </a:tabLst>
              <a:defRPr sz="1800" b="1"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kern="0" dirty="0">
                <a:solidFill>
                  <a:sysClr val="windowText" lastClr="000000"/>
                </a:solidFill>
                <a:latin typeface="Arial"/>
                <a:ea typeface="Arial"/>
                <a:cs typeface="Arial"/>
                <a:sym typeface="Arial"/>
              </a:rPr>
              <a:t>Verification Laboratory</a:t>
            </a:r>
            <a:endParaRPr sz="1800" b="1" i="0" kern="0" dirty="0">
              <a:solidFill>
                <a:sysClr val="windowText" lastClr="000000"/>
              </a:solidFill>
              <a:latin typeface="Arial"/>
              <a:ea typeface="Arial"/>
              <a:cs typeface="Arial"/>
              <a:sym typeface="Arial"/>
              <a:hlinkClick r:id="rId2"/>
            </a:endParaRPr>
          </a:p>
        </p:txBody>
      </p:sp>
      <p:pic>
        <p:nvPicPr>
          <p:cNvPr id="29701" name="Picture 14">
            <a:extLst>
              <a:ext uri="{FF2B5EF4-FFF2-40B4-BE49-F238E27FC236}">
                <a16:creationId xmlns:a16="http://schemas.microsoft.com/office/drawing/2014/main" id="{8919AE5F-C766-D1FF-C8E8-A97FA67F4F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228600"/>
            <a:ext cx="990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>
            <a:extLst>
              <a:ext uri="{FF2B5EF4-FFF2-40B4-BE49-F238E27FC236}">
                <a16:creationId xmlns:a16="http://schemas.microsoft.com/office/drawing/2014/main" id="{D2A15228-88CE-926B-4494-BB52A44D0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219200"/>
            <a:ext cx="87630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Tx/>
              <a:buChar char="•"/>
              <a:defRPr/>
            </a:pPr>
            <a:r>
              <a:rPr lang="en-GB" sz="2400" b="1" i="0" kern="0" dirty="0">
                <a:solidFill>
                  <a:sysClr val="windowText" lastClr="000000"/>
                </a:solidFill>
                <a:latin typeface="Arial" charset="0"/>
                <a:ea typeface="+mn-ea"/>
                <a:cs typeface="ＭＳ Ｐゴシック" charset="0"/>
              </a:rPr>
              <a:t>Functionality</a:t>
            </a:r>
            <a:r>
              <a:rPr lang="en-GB" sz="2400" i="0" kern="0" dirty="0">
                <a:solidFill>
                  <a:sysClr val="windowText" lastClr="000000"/>
                </a:solidFill>
                <a:latin typeface="Arial" charset="0"/>
                <a:ea typeface="+mn-ea"/>
                <a:cs typeface="ＭＳ Ｐゴシック" charset="0"/>
              </a:rPr>
              <a:t> demanded </a:t>
            </a:r>
            <a:r>
              <a:rPr lang="en-GB" sz="2400" b="1" i="0" kern="0" dirty="0">
                <a:solidFill>
                  <a:sysClr val="windowText" lastClr="000000"/>
                </a:solidFill>
                <a:latin typeface="Arial" charset="0"/>
                <a:ea typeface="+mn-ea"/>
                <a:cs typeface="ＭＳ Ｐゴシック" charset="0"/>
              </a:rPr>
              <a:t>increased</a:t>
            </a:r>
            <a:r>
              <a:rPr lang="en-GB" sz="2400" i="0" kern="0" dirty="0">
                <a:solidFill>
                  <a:sysClr val="windowText" lastClr="000000"/>
                </a:solidFill>
                <a:latin typeface="Arial" charset="0"/>
                <a:ea typeface="+mn-ea"/>
                <a:cs typeface="ＭＳ Ｐゴシック" charset="0"/>
              </a:rPr>
              <a:t> </a:t>
            </a:r>
            <a:r>
              <a:rPr lang="en-GB" sz="2400" b="1" i="0" kern="0" dirty="0">
                <a:solidFill>
                  <a:sysClr val="windowText" lastClr="000000"/>
                </a:solidFill>
                <a:latin typeface="Arial" charset="0"/>
                <a:ea typeface="+mn-ea"/>
                <a:cs typeface="ＭＳ Ｐゴシック" charset="0"/>
              </a:rPr>
              <a:t>significantly</a:t>
            </a:r>
          </a:p>
          <a:p>
            <a:pPr marL="742950" lvl="1" indent="-285750" fontAlgn="auto">
              <a:spcBef>
                <a:spcPct val="20000"/>
              </a:spcBef>
              <a:spcAft>
                <a:spcPts val="0"/>
              </a:spcAft>
              <a:buFontTx/>
              <a:buChar char="–"/>
              <a:defRPr/>
            </a:pPr>
            <a:r>
              <a:rPr lang="en-GB" sz="2200" i="0" kern="0" dirty="0">
                <a:solidFill>
                  <a:sysClr val="windowText" lastClr="000000"/>
                </a:solidFill>
                <a:latin typeface="Arial" charset="0"/>
                <a:ea typeface="+mn-ea"/>
                <a:cs typeface="ＭＳ Ｐゴシック" charset="0"/>
              </a:rPr>
              <a:t>Peer reviewing and testing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Tx/>
              <a:buChar char="•"/>
              <a:defRPr/>
            </a:pPr>
            <a:r>
              <a:rPr lang="en-GB" sz="2400" i="0" kern="0" dirty="0">
                <a:solidFill>
                  <a:sysClr val="windowText" lastClr="000000"/>
                </a:solidFill>
                <a:latin typeface="Arial" charset="0"/>
                <a:ea typeface="+mn-ea"/>
                <a:cs typeface="ＭＳ Ｐゴシック" charset="0"/>
              </a:rPr>
              <a:t>Multi-core processors with scalable</a:t>
            </a:r>
            <a:r>
              <a:rPr lang="en-GB" sz="2400" b="1" i="0" kern="0" dirty="0">
                <a:solidFill>
                  <a:sysClr val="windowText" lastClr="000000"/>
                </a:solidFill>
                <a:latin typeface="Arial" charset="0"/>
                <a:ea typeface="+mn-ea"/>
                <a:cs typeface="ＭＳ Ｐゴシック" charset="0"/>
              </a:rPr>
              <a:t> shared memory / message passing</a:t>
            </a:r>
          </a:p>
          <a:p>
            <a:pPr marL="742950" lvl="1" indent="-285750" fontAlgn="auto">
              <a:spcBef>
                <a:spcPct val="20000"/>
              </a:spcBef>
              <a:spcAft>
                <a:spcPts val="0"/>
              </a:spcAft>
              <a:buFontTx/>
              <a:buChar char="–"/>
              <a:defRPr/>
            </a:pPr>
            <a:r>
              <a:rPr lang="en-US" sz="2200" i="0" kern="0" dirty="0">
                <a:solidFill>
                  <a:sysClr val="windowText" lastClr="000000"/>
                </a:solidFill>
                <a:latin typeface="Arial" charset="0"/>
                <a:ea typeface="+mn-ea"/>
                <a:cs typeface="ＭＳ Ｐゴシック" charset="0"/>
              </a:rPr>
              <a:t>S</a:t>
            </a:r>
            <a:r>
              <a:rPr lang="en-GB" sz="2200" i="0" kern="0" dirty="0" err="1">
                <a:solidFill>
                  <a:sysClr val="windowText" lastClr="000000"/>
                </a:solidFill>
                <a:latin typeface="Arial" charset="0"/>
                <a:ea typeface="+mn-ea"/>
                <a:cs typeface="ＭＳ Ｐゴシック" charset="0"/>
              </a:rPr>
              <a:t>tatic</a:t>
            </a:r>
            <a:r>
              <a:rPr lang="en-GB" sz="2200" i="0" kern="0" dirty="0">
                <a:solidFill>
                  <a:sysClr val="windowText" lastClr="000000"/>
                </a:solidFill>
                <a:latin typeface="Arial" charset="0"/>
                <a:ea typeface="+mn-ea"/>
                <a:cs typeface="ＭＳ Ｐゴシック" charset="0"/>
              </a:rPr>
              <a:t> and dynamic verification</a:t>
            </a:r>
            <a:endParaRPr lang="en-GB" sz="2200" i="0" kern="0" dirty="0">
              <a:solidFill>
                <a:sysClr val="windowText" lastClr="000000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E9B204-3645-AD52-4D67-14F28C132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429000"/>
            <a:ext cx="3863975" cy="3016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900" b="1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void</a:t>
            </a: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 *</a:t>
            </a:r>
            <a:r>
              <a:rPr lang="en-GB" sz="1900" i="0" kern="0" dirty="0" err="1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threadA</a:t>
            </a: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(</a:t>
            </a:r>
            <a:r>
              <a:rPr lang="en-GB" sz="1900" b="1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void</a:t>
            </a: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 *</a:t>
            </a:r>
            <a:r>
              <a:rPr lang="en-GB" sz="1900" i="0" kern="0" dirty="0" err="1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arg</a:t>
            </a: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) {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  lock(&amp;</a:t>
            </a:r>
            <a:r>
              <a:rPr lang="en-GB" sz="1900" i="0" kern="0" dirty="0" err="1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mutex</a:t>
            </a: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);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  x++;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  </a:t>
            </a:r>
            <a:r>
              <a:rPr lang="en-GB" sz="1900" b="1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if</a:t>
            </a: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 (x == 1) lock(&amp;lock);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  unlock(&amp;</a:t>
            </a:r>
            <a:r>
              <a:rPr lang="en-GB" sz="1900" i="0" kern="0" dirty="0" err="1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mutex</a:t>
            </a: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);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  lock(&amp;</a:t>
            </a:r>
            <a:r>
              <a:rPr lang="en-GB" sz="1900" i="0" kern="0" dirty="0" err="1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mutex</a:t>
            </a: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);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  x--;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  </a:t>
            </a:r>
            <a:r>
              <a:rPr lang="en-GB" sz="1900" b="1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if</a:t>
            </a: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 (x == 0) unlock(&amp;lock);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  unlock(&amp;</a:t>
            </a:r>
            <a:r>
              <a:rPr lang="en-GB" sz="1900" i="0" kern="0" dirty="0" err="1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mutex</a:t>
            </a: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);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}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A0D756-DEE1-C480-17DD-BCDDFB2A7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429000"/>
            <a:ext cx="3886200" cy="3016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900" b="1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void</a:t>
            </a: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 *</a:t>
            </a:r>
            <a:r>
              <a:rPr lang="en-GB" sz="1900" i="0" kern="0" dirty="0" err="1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threadB</a:t>
            </a: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(</a:t>
            </a:r>
            <a:r>
              <a:rPr lang="en-GB" sz="1900" b="1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void</a:t>
            </a: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 *</a:t>
            </a:r>
            <a:r>
              <a:rPr lang="en-GB" sz="1900" i="0" kern="0" dirty="0" err="1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arg</a:t>
            </a: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) {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  lock(&amp;</a:t>
            </a:r>
            <a:r>
              <a:rPr lang="en-GB" sz="1900" i="0" kern="0" dirty="0" err="1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mutex</a:t>
            </a: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);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  y++;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  </a:t>
            </a:r>
            <a:r>
              <a:rPr lang="en-GB" sz="1900" b="1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if</a:t>
            </a: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 (y == 1) lock(&amp;lock);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  unlock(&amp;</a:t>
            </a:r>
            <a:r>
              <a:rPr lang="en-GB" sz="1900" i="0" kern="0" dirty="0" err="1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mutex</a:t>
            </a: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);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  lock(&amp;</a:t>
            </a:r>
            <a:r>
              <a:rPr lang="en-GB" sz="1900" i="0" kern="0" dirty="0" err="1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mutex</a:t>
            </a: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);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  y--;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  </a:t>
            </a:r>
            <a:r>
              <a:rPr lang="en-GB" sz="1900" b="1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if</a:t>
            </a: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 (y == 0) unlock(&amp;lock);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  unlock(&amp;</a:t>
            </a:r>
            <a:r>
              <a:rPr lang="en-GB" sz="1900" i="0" kern="0" dirty="0" err="1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mutex</a:t>
            </a: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);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900" i="0" kern="0" dirty="0">
                <a:solidFill>
                  <a:sysClr val="windowText" lastClr="000000"/>
                </a:solidFill>
                <a:latin typeface="Verdana" charset="0"/>
                <a:ea typeface="ＭＳ Ｐゴシック" charset="0"/>
                <a:cs typeface="ＭＳ Ｐゴシック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607A46-0D81-9CD5-B202-B397BAB85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4616450"/>
            <a:ext cx="787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800" b="1" i="0" kern="0">
                <a:solidFill>
                  <a:srgbClr val="0000CC"/>
                </a:solidFill>
              </a:rPr>
              <a:t>(CS1)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09C0B5-EDBA-5DA9-CCDA-9FCEB96863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4321175"/>
            <a:ext cx="787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800" b="1" i="0" kern="0">
                <a:solidFill>
                  <a:srgbClr val="0000CC"/>
                </a:solidFill>
              </a:rPr>
              <a:t>(CS2)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BB1610-F01C-DCBD-8730-C6E4074103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4876800"/>
            <a:ext cx="787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800" b="1" i="0" kern="0">
                <a:solidFill>
                  <a:srgbClr val="0000CC"/>
                </a:solidFill>
              </a:rPr>
              <a:t>(CS3)</a:t>
            </a:r>
          </a:p>
        </p:txBody>
      </p:sp>
      <p:sp>
        <p:nvSpPr>
          <p:cNvPr id="19" name="Explosion 1 18">
            <a:extLst>
              <a:ext uri="{FF2B5EF4-FFF2-40B4-BE49-F238E27FC236}">
                <a16:creationId xmlns:a16="http://schemas.microsoft.com/office/drawing/2014/main" id="{43D2476A-6A91-AF20-4770-EEF127EC3250}"/>
              </a:ext>
            </a:extLst>
          </p:cNvPr>
          <p:cNvSpPr/>
          <p:nvPr/>
        </p:nvSpPr>
        <p:spPr>
          <a:xfrm>
            <a:off x="3352800" y="3810000"/>
            <a:ext cx="2438400" cy="1905000"/>
          </a:xfrm>
          <a:prstGeom prst="irregularSeal1">
            <a:avLst/>
          </a:prstGeom>
          <a:solidFill>
            <a:srgbClr val="FFFF99"/>
          </a:solidFill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200" i="0" kern="0" dirty="0">
                <a:solidFill>
                  <a:srgbClr val="FF0000"/>
                </a:solidFill>
                <a:latin typeface="Arial"/>
                <a:ea typeface="+mn-ea"/>
                <a:cs typeface="Arial"/>
              </a:rPr>
              <a:t>Deadlock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BB03AA43-4F4E-E940-4336-21DD04240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000000"/>
                </a:solidFill>
                <a:cs typeface="+mj-cs"/>
              </a:rPr>
              <a:t>Motivating Example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/>
      <p:bldP spid="17" grpId="0"/>
      <p:bldP spid="18" grpId="0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591B1018-6D48-226F-619A-E69D11430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676400"/>
            <a:ext cx="841375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0840" tIns="44623" rIns="90840" bIns="44623"/>
          <a:lstStyle>
            <a:lvl1pPr marL="466725" indent="-466725" defTabSz="917575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1039813" indent="-466725" defTabSz="917575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17575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17575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17575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</a:pPr>
            <a:r>
              <a:rPr lang="en-GB" altLang="en-US" sz="2600" b="1" i="0"/>
              <a:t>Verification</a:t>
            </a:r>
            <a:r>
              <a:rPr lang="en-GB" altLang="en-US" sz="2600" i="0"/>
              <a:t>: </a:t>
            </a:r>
            <a:r>
              <a:rPr lang="en-GB" altLang="en-US" sz="2600"/>
              <a:t>"Are we building the product right”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SzPct val="100000"/>
              <a:buFont typeface="Wingdings" pitchFamily="2" charset="2"/>
              <a:buChar char="§"/>
            </a:pPr>
            <a:r>
              <a:rPr lang="en-GB" altLang="en-US" sz="2200" i="0">
                <a:solidFill>
                  <a:srgbClr val="000000"/>
                </a:solidFill>
              </a:rPr>
              <a:t>The software should </a:t>
            </a:r>
            <a:r>
              <a:rPr lang="en-GB" altLang="en-US" sz="2200" b="1" i="0">
                <a:solidFill>
                  <a:srgbClr val="000000"/>
                </a:solidFill>
              </a:rPr>
              <a:t>conform to its specification</a:t>
            </a:r>
            <a:endParaRPr lang="en-GB" altLang="en-US" sz="2600" b="1" i="0">
              <a:solidFill>
                <a:srgbClr val="000000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</a:pPr>
            <a:r>
              <a:rPr lang="en-GB" altLang="en-US" sz="2600" b="1" i="0">
                <a:solidFill>
                  <a:srgbClr val="000000"/>
                </a:solidFill>
              </a:rPr>
              <a:t>Validation</a:t>
            </a:r>
            <a:r>
              <a:rPr lang="en-GB" altLang="en-US" sz="2600" i="0">
                <a:solidFill>
                  <a:srgbClr val="000000"/>
                </a:solidFill>
              </a:rPr>
              <a:t>: </a:t>
            </a:r>
            <a:r>
              <a:rPr lang="en-GB" altLang="en-US" sz="2600">
                <a:solidFill>
                  <a:srgbClr val="000000"/>
                </a:solidFill>
              </a:rPr>
              <a:t>"Are we building the right product”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SzPct val="100000"/>
              <a:buFont typeface="Wingdings" pitchFamily="2" charset="2"/>
              <a:buChar char="§"/>
            </a:pPr>
            <a:r>
              <a:rPr lang="en-GB" altLang="en-US" sz="2200" i="0">
                <a:solidFill>
                  <a:srgbClr val="000000"/>
                </a:solidFill>
              </a:rPr>
              <a:t>The software should do what the </a:t>
            </a:r>
            <a:r>
              <a:rPr lang="en-GB" altLang="en-US" sz="2200" b="1" i="0">
                <a:solidFill>
                  <a:srgbClr val="000000"/>
                </a:solidFill>
              </a:rPr>
              <a:t>user requires</a:t>
            </a:r>
          </a:p>
          <a:p>
            <a:pPr>
              <a:spcBef>
                <a:spcPts val="600"/>
              </a:spcBef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altLang="en-US" sz="2500" i="0">
                <a:solidFill>
                  <a:srgbClr val="000000"/>
                </a:solidFill>
              </a:rPr>
              <a:t>Verification and validation must be applied at </a:t>
            </a:r>
            <a:r>
              <a:rPr lang="en-US" altLang="en-US" sz="2500" b="1" i="0">
                <a:solidFill>
                  <a:srgbClr val="000000"/>
                </a:solidFill>
              </a:rPr>
              <a:t>each stage in the software process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SzPct val="100000"/>
              <a:buFont typeface="Wingdings" pitchFamily="2" charset="2"/>
              <a:buChar char="§"/>
            </a:pPr>
            <a:r>
              <a:rPr lang="en-GB" altLang="en-US" sz="2200" i="0">
                <a:cs typeface="Arial" panose="020B0604020202020204" pitchFamily="34" charset="0"/>
              </a:rPr>
              <a:t>The </a:t>
            </a:r>
            <a:r>
              <a:rPr lang="en-GB" altLang="en-US" sz="2200" b="1" i="0">
                <a:cs typeface="Arial" panose="020B0604020202020204" pitchFamily="34" charset="0"/>
              </a:rPr>
              <a:t>discovery of defects </a:t>
            </a:r>
            <a:r>
              <a:rPr lang="en-GB" altLang="en-US" sz="2200" i="0">
                <a:cs typeface="Arial" panose="020B0604020202020204" pitchFamily="34" charset="0"/>
              </a:rPr>
              <a:t>in a system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SzPct val="100000"/>
              <a:buFont typeface="Wingdings" pitchFamily="2" charset="2"/>
              <a:buChar char="§"/>
            </a:pPr>
            <a:r>
              <a:rPr lang="en-GB" altLang="en-US" sz="2200" i="0">
                <a:cs typeface="Arial" panose="020B0604020202020204" pitchFamily="34" charset="0"/>
              </a:rPr>
              <a:t>The assessment of whether or not the system is </a:t>
            </a:r>
            <a:r>
              <a:rPr lang="en-GB" altLang="en-US" sz="2200" b="1" i="0">
                <a:cs typeface="Arial" panose="020B0604020202020204" pitchFamily="34" charset="0"/>
              </a:rPr>
              <a:t>usable in an operational situation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E23ED6A-02C3-AC3C-907E-D0838B17D1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63525"/>
            <a:ext cx="8382000" cy="1108075"/>
          </a:xfrm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b="1" dirty="0">
                <a:solidFill>
                  <a:sysClr val="windowText" lastClr="000000"/>
                </a:solidFill>
                <a:cs typeface="Arial"/>
              </a:rPr>
              <a:t>Verification </a:t>
            </a:r>
            <a:r>
              <a:rPr lang="en-GB" b="1" dirty="0" err="1">
                <a:solidFill>
                  <a:sysClr val="windowText" lastClr="000000"/>
                </a:solidFill>
                <a:cs typeface="Arial"/>
              </a:rPr>
              <a:t>vs</a:t>
            </a:r>
            <a:r>
              <a:rPr lang="en-GB" b="1" dirty="0">
                <a:solidFill>
                  <a:sysClr val="windowText" lastClr="000000"/>
                </a:solidFill>
                <a:cs typeface="Arial"/>
              </a:rPr>
              <a:t>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8DB83D4A-A701-6487-F8FD-C0801D0F51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63525"/>
            <a:ext cx="8382000" cy="1108075"/>
          </a:xfrm>
        </p:spPr>
        <p:txBody>
          <a:bodyPr/>
          <a:lstStyle/>
          <a:p>
            <a:pPr>
              <a:defRPr/>
            </a:pPr>
            <a:r>
              <a:rPr lang="en-GB" b="1" dirty="0">
                <a:solidFill>
                  <a:srgbClr val="000000"/>
                </a:solidFill>
                <a:cs typeface="Arial"/>
              </a:rPr>
              <a:t>Static and Dynamic Verification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2BE9D8-F4D8-0764-F4C3-F816E144C8A5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638" y="1911350"/>
            <a:ext cx="8539162" cy="3582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0179" name="Rectangle 1">
            <a:extLst>
              <a:ext uri="{FF2B5EF4-FFF2-40B4-BE49-F238E27FC236}">
                <a16:creationId xmlns:a16="http://schemas.microsoft.com/office/drawing/2014/main" id="{A989257A-ECC2-1FB8-184A-7A3058760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5867400"/>
            <a:ext cx="5029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i="0">
                <a:solidFill>
                  <a:schemeClr val="accent1"/>
                </a:solidFill>
              </a:rPr>
              <a:t> Ian Sommerville. Software Engineering (6th,7th or 8th Edn) Addison Wesley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8AD91-9E06-6064-BEB4-BCC3DD43B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000000"/>
                </a:solidFill>
                <a:cs typeface="+mj-cs"/>
              </a:rPr>
              <a:t>Detection of Vulnerabilities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DF6CBDD-ADE9-B948-A0AA-4EC953B67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524000"/>
            <a:ext cx="8458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500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charset="0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Monotype Sorts" charset="0"/>
              <a:buChar char="]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800"/>
              </a:spcBef>
              <a:spcAft>
                <a:spcPts val="800"/>
              </a:spcAft>
              <a:buClrTx/>
              <a:defRPr/>
            </a:pPr>
            <a:r>
              <a:rPr lang="en-US" sz="2600" i="0" dirty="0">
                <a:latin typeface="Arial"/>
                <a:cs typeface="Arial"/>
              </a:rPr>
              <a:t>Detect the presence of vulnerabilities in the code during the </a:t>
            </a:r>
            <a:r>
              <a:rPr lang="en-US" sz="2600" b="1" i="0" dirty="0">
                <a:latin typeface="Arial"/>
                <a:cs typeface="Arial"/>
              </a:rPr>
              <a:t>development</a:t>
            </a:r>
            <a:r>
              <a:rPr lang="en-US" sz="2600" i="0" dirty="0">
                <a:latin typeface="Arial"/>
                <a:cs typeface="Arial"/>
              </a:rPr>
              <a:t>, </a:t>
            </a:r>
            <a:r>
              <a:rPr lang="en-US" sz="2600" b="1" i="0" dirty="0">
                <a:latin typeface="Arial"/>
                <a:cs typeface="Arial"/>
              </a:rPr>
              <a:t>testing</a:t>
            </a:r>
            <a:r>
              <a:rPr lang="en-US" sz="2600" i="0" dirty="0">
                <a:latin typeface="Arial"/>
                <a:cs typeface="Arial"/>
              </a:rPr>
              <a:t>, and </a:t>
            </a:r>
            <a:r>
              <a:rPr lang="en-US" sz="2600" b="1" i="0" dirty="0">
                <a:latin typeface="Arial"/>
                <a:cs typeface="Arial"/>
              </a:rPr>
              <a:t>maintenance</a:t>
            </a:r>
          </a:p>
          <a:p>
            <a:pPr>
              <a:spcBef>
                <a:spcPts val="800"/>
              </a:spcBef>
              <a:spcAft>
                <a:spcPts val="800"/>
              </a:spcAft>
              <a:buClrTx/>
              <a:defRPr/>
            </a:pPr>
            <a:r>
              <a:rPr lang="en-US" sz="2600" i="0" dirty="0">
                <a:latin typeface="Arial"/>
                <a:cs typeface="Arial"/>
              </a:rPr>
              <a:t>Trade-off between </a:t>
            </a:r>
            <a:r>
              <a:rPr lang="en-US" sz="2600" b="1" i="0" dirty="0">
                <a:latin typeface="Arial"/>
                <a:cs typeface="Arial"/>
              </a:rPr>
              <a:t>soundness</a:t>
            </a:r>
            <a:r>
              <a:rPr lang="en-US" sz="2600" i="0" dirty="0">
                <a:latin typeface="Arial"/>
                <a:cs typeface="Arial"/>
              </a:rPr>
              <a:t> and </a:t>
            </a:r>
            <a:r>
              <a:rPr lang="en-US" sz="2600" b="1" i="0" dirty="0">
                <a:latin typeface="Arial"/>
                <a:cs typeface="Arial"/>
              </a:rPr>
              <a:t>completeness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buClrTx/>
              <a:defRPr/>
            </a:pPr>
            <a:r>
              <a:rPr lang="en-US" sz="2200" i="0" dirty="0">
                <a:latin typeface="Arial"/>
                <a:cs typeface="Arial"/>
              </a:rPr>
              <a:t>A detection technique is </a:t>
            </a:r>
            <a:r>
              <a:rPr lang="en-US" sz="2200" b="1" i="0" dirty="0">
                <a:latin typeface="Arial"/>
                <a:cs typeface="Arial"/>
              </a:rPr>
              <a:t>sound</a:t>
            </a:r>
            <a:r>
              <a:rPr lang="en-US" sz="2200" i="0" dirty="0">
                <a:latin typeface="Arial"/>
                <a:cs typeface="Arial"/>
              </a:rPr>
              <a:t> for a given category if it concludes that a given program has no vulnerabilities</a:t>
            </a:r>
          </a:p>
          <a:p>
            <a:pPr lvl="2">
              <a:spcBef>
                <a:spcPts val="800"/>
              </a:spcBef>
              <a:spcAft>
                <a:spcPts val="800"/>
              </a:spcAft>
              <a:buClrTx/>
              <a:defRPr/>
            </a:pPr>
            <a:r>
              <a:rPr lang="en-US" sz="1800" i="0" dirty="0">
                <a:latin typeface="Arial"/>
                <a:cs typeface="Arial"/>
              </a:rPr>
              <a:t>An unsound detection technique may have </a:t>
            </a:r>
            <a:r>
              <a:rPr lang="en-US" sz="1800" b="1" dirty="0">
                <a:latin typeface="Arial"/>
                <a:cs typeface="Arial"/>
              </a:rPr>
              <a:t>false negatives</a:t>
            </a:r>
            <a:r>
              <a:rPr lang="en-US" sz="1800" i="0" dirty="0">
                <a:latin typeface="Arial"/>
                <a:cs typeface="Arial"/>
              </a:rPr>
              <a:t>, i.e., actual vulnerabilities that the detection technique fails to find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buClrTx/>
              <a:defRPr/>
            </a:pPr>
            <a:r>
              <a:rPr lang="en-US" sz="2200" i="0" dirty="0">
                <a:latin typeface="Arial"/>
                <a:cs typeface="Arial"/>
              </a:rPr>
              <a:t>A detection technique is </a:t>
            </a:r>
            <a:r>
              <a:rPr lang="en-US" sz="2200" b="1" i="0" dirty="0">
                <a:latin typeface="Arial"/>
                <a:cs typeface="Arial"/>
              </a:rPr>
              <a:t>complete</a:t>
            </a:r>
            <a:r>
              <a:rPr lang="en-US" sz="2200" i="0" dirty="0">
                <a:latin typeface="Arial"/>
                <a:cs typeface="Arial"/>
              </a:rPr>
              <a:t> for a given category, if any vulnerability it finds is an actual vulnerability</a:t>
            </a:r>
          </a:p>
          <a:p>
            <a:pPr lvl="2">
              <a:spcBef>
                <a:spcPts val="800"/>
              </a:spcBef>
              <a:spcAft>
                <a:spcPts val="800"/>
              </a:spcAft>
              <a:buClrTx/>
              <a:defRPr/>
            </a:pPr>
            <a:r>
              <a:rPr lang="en-US" sz="1800" i="0" dirty="0">
                <a:latin typeface="Arial"/>
                <a:cs typeface="Arial"/>
              </a:rPr>
              <a:t>An incomplete detection technique may have </a:t>
            </a:r>
            <a:r>
              <a:rPr lang="en-US" sz="1800" b="1" dirty="0">
                <a:latin typeface="Arial"/>
                <a:cs typeface="Arial"/>
              </a:rPr>
              <a:t>false positives</a:t>
            </a:r>
            <a:r>
              <a:rPr lang="en-US" sz="1800" i="0" dirty="0">
                <a:latin typeface="Arial"/>
                <a:cs typeface="Arial"/>
              </a:rPr>
              <a:t>, i.e., it may detect issues that do not turn out to be actual vulnerabilities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31377-A72D-913D-AC7F-02B88D7EE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000000"/>
                </a:solidFill>
                <a:cs typeface="+mj-cs"/>
              </a:rPr>
              <a:t>Detection of Vulnerabilities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76D2BFF-A92C-A6B1-8621-B438253AE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295400"/>
            <a:ext cx="8458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500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charset="0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Monotype Sorts" charset="0"/>
              <a:buChar char="]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  <a:buClrTx/>
              <a:defRPr/>
            </a:pPr>
            <a:r>
              <a:rPr lang="en-US" sz="2600" i="0" dirty="0">
                <a:latin typeface="Arial"/>
                <a:cs typeface="Arial"/>
              </a:rPr>
              <a:t>Achieving </a:t>
            </a:r>
            <a:r>
              <a:rPr lang="en-US" sz="2600" b="1" i="0" dirty="0">
                <a:latin typeface="Arial"/>
                <a:cs typeface="Arial"/>
              </a:rPr>
              <a:t>soundness</a:t>
            </a:r>
            <a:r>
              <a:rPr lang="en-US" sz="2600" i="0" dirty="0">
                <a:latin typeface="Arial"/>
                <a:cs typeface="Arial"/>
              </a:rPr>
              <a:t> requires reasoning about </a:t>
            </a:r>
            <a:r>
              <a:rPr lang="en-US" sz="2600" b="1" i="0" dirty="0">
                <a:latin typeface="Arial"/>
                <a:cs typeface="Arial"/>
              </a:rPr>
              <a:t>all executions </a:t>
            </a:r>
            <a:r>
              <a:rPr lang="en-US" sz="2600" i="0" dirty="0">
                <a:latin typeface="Arial"/>
                <a:cs typeface="Arial"/>
              </a:rPr>
              <a:t>of a program (usually an infinite number) 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ClrTx/>
              <a:defRPr/>
            </a:pPr>
            <a:r>
              <a:rPr lang="en-US" sz="2200" i="0" dirty="0">
                <a:latin typeface="Arial"/>
                <a:cs typeface="Arial"/>
              </a:rPr>
              <a:t>This can be done by static checking of the program code while making suitable abstractions of the executions</a:t>
            </a:r>
          </a:p>
          <a:p>
            <a:pPr>
              <a:spcBef>
                <a:spcPts val="600"/>
              </a:spcBef>
              <a:spcAft>
                <a:spcPts val="600"/>
              </a:spcAft>
              <a:buClrTx/>
              <a:defRPr/>
            </a:pPr>
            <a:r>
              <a:rPr lang="en-US" sz="2600" i="0" dirty="0">
                <a:latin typeface="Arial"/>
                <a:cs typeface="Arial"/>
              </a:rPr>
              <a:t>Achieving </a:t>
            </a:r>
            <a:r>
              <a:rPr lang="en-US" sz="2600" b="1" i="0" dirty="0">
                <a:latin typeface="Arial"/>
                <a:cs typeface="Arial"/>
              </a:rPr>
              <a:t>completeness</a:t>
            </a:r>
            <a:r>
              <a:rPr lang="en-US" sz="2600" i="0" dirty="0">
                <a:latin typeface="Arial"/>
                <a:cs typeface="Arial"/>
              </a:rPr>
              <a:t> can be done by performing actual, </a:t>
            </a:r>
            <a:r>
              <a:rPr lang="en-US" sz="2600" b="1" i="0" dirty="0">
                <a:latin typeface="Arial"/>
                <a:cs typeface="Arial"/>
              </a:rPr>
              <a:t>concrete executions </a:t>
            </a:r>
            <a:r>
              <a:rPr lang="en-US" sz="2600" i="0" dirty="0">
                <a:latin typeface="Arial"/>
                <a:cs typeface="Arial"/>
              </a:rPr>
              <a:t>of a program that are witnesses to any vulnerability reported 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ClrTx/>
              <a:defRPr/>
            </a:pPr>
            <a:r>
              <a:rPr lang="en-US" sz="2200" i="0" dirty="0">
                <a:latin typeface="Arial"/>
                <a:cs typeface="Arial"/>
              </a:rPr>
              <a:t>The analysis technique has to come up with concrete inputs for the program that triggers a vulnerability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ClrTx/>
              <a:defRPr/>
            </a:pPr>
            <a:r>
              <a:rPr lang="en-US" sz="2200" i="0" dirty="0">
                <a:latin typeface="Arial"/>
                <a:cs typeface="Arial"/>
              </a:rPr>
              <a:t>A typical dynamic approach is software testing: the tester writes test cases with concrete inputs and specific checks for the outputs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43547-34AC-709A-C2E5-4868240D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000000"/>
                </a:solidFill>
                <a:cs typeface="+mj-cs"/>
              </a:rPr>
              <a:t>Detection of Vulnerabilities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4EF8FB-4D0D-4507-6249-B939C8397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88" y="1676400"/>
            <a:ext cx="7086600" cy="2246313"/>
          </a:xfrm>
          <a:prstGeom prst="rect">
            <a:avLst/>
          </a:prstGeom>
          <a:gradFill rotWithShape="1">
            <a:gsLst>
              <a:gs pos="0">
                <a:srgbClr val="E8FAE8"/>
              </a:gs>
              <a:gs pos="64999">
                <a:srgbClr val="C3EFC3"/>
              </a:gs>
              <a:gs pos="100000">
                <a:srgbClr val="A8EAA8"/>
              </a:gs>
            </a:gsLst>
            <a:lin ang="5400000" scaled="1"/>
          </a:gradFill>
          <a:ln w="9525">
            <a:solidFill>
              <a:srgbClr val="2F982F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i="0" dirty="0">
                <a:solidFill>
                  <a:schemeClr val="dk1"/>
                </a:solidFill>
                <a:latin typeface="Arial"/>
                <a:ea typeface="+mn-ea"/>
                <a:cs typeface="Arial"/>
              </a:rPr>
              <a:t>Detection tools can use a </a:t>
            </a:r>
            <a:r>
              <a:rPr lang="en-US" sz="2800" b="1" i="0" dirty="0">
                <a:solidFill>
                  <a:schemeClr val="dk1"/>
                </a:solidFill>
                <a:latin typeface="Arial"/>
                <a:ea typeface="+mn-ea"/>
                <a:cs typeface="Arial"/>
              </a:rPr>
              <a:t>hybrid combination of static and dynamic analysis</a:t>
            </a:r>
            <a:r>
              <a:rPr lang="en-US" sz="2800" i="0" dirty="0">
                <a:solidFill>
                  <a:schemeClr val="dk1"/>
                </a:solidFill>
                <a:latin typeface="Arial"/>
                <a:ea typeface="+mn-ea"/>
                <a:cs typeface="Arial"/>
              </a:rPr>
              <a:t> techniques to achieve a good trade-off between </a:t>
            </a:r>
            <a:r>
              <a:rPr lang="en-US" sz="2800" b="1" i="0" dirty="0">
                <a:solidFill>
                  <a:schemeClr val="dk1"/>
                </a:solidFill>
                <a:latin typeface="Arial"/>
                <a:ea typeface="+mn-ea"/>
                <a:cs typeface="Arial"/>
              </a:rPr>
              <a:t>soundness and completeness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2E9A13-EA5C-FC09-D86C-5A743612B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4495800"/>
            <a:ext cx="7086600" cy="1384300"/>
          </a:xfrm>
          <a:prstGeom prst="rect">
            <a:avLst/>
          </a:prstGeom>
          <a:gradFill rotWithShape="1">
            <a:gsLst>
              <a:gs pos="0">
                <a:srgbClr val="E8FAE8"/>
              </a:gs>
              <a:gs pos="64999">
                <a:srgbClr val="C3EFC3"/>
              </a:gs>
              <a:gs pos="100000">
                <a:srgbClr val="A8EAA8"/>
              </a:gs>
            </a:gsLst>
            <a:lin ang="5400000" scaled="1"/>
          </a:gradFill>
          <a:ln w="9525">
            <a:solidFill>
              <a:srgbClr val="2F982F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2800" b="1" i="0" dirty="0">
                <a:solidFill>
                  <a:schemeClr val="dk1"/>
                </a:solidFill>
                <a:latin typeface="Arial"/>
                <a:ea typeface="+mn-ea"/>
                <a:cs typeface="Arial"/>
              </a:rPr>
              <a:t>Dynamic verification </a:t>
            </a:r>
            <a:r>
              <a:rPr lang="en-GB" sz="2800" i="0" dirty="0">
                <a:solidFill>
                  <a:schemeClr val="dk1"/>
                </a:solidFill>
                <a:latin typeface="Arial"/>
                <a:ea typeface="+mn-ea"/>
                <a:cs typeface="Arial"/>
              </a:rPr>
              <a:t>should be used in conjunction with </a:t>
            </a:r>
            <a:r>
              <a:rPr lang="en-GB" sz="2800" b="1" i="0" dirty="0">
                <a:solidFill>
                  <a:schemeClr val="dk1"/>
                </a:solidFill>
                <a:latin typeface="Arial"/>
                <a:ea typeface="+mn-ea"/>
                <a:cs typeface="Arial"/>
              </a:rPr>
              <a:t>static verification </a:t>
            </a:r>
            <a:r>
              <a:rPr lang="en-GB" sz="2800" i="0" dirty="0">
                <a:solidFill>
                  <a:schemeClr val="dk1"/>
                </a:solidFill>
                <a:latin typeface="Arial"/>
                <a:ea typeface="+mn-ea"/>
                <a:cs typeface="Arial"/>
              </a:rPr>
              <a:t>to provide </a:t>
            </a:r>
            <a:r>
              <a:rPr lang="en-GB" sz="2800" b="1" i="0" dirty="0">
                <a:solidFill>
                  <a:schemeClr val="dk1"/>
                </a:solidFill>
                <a:latin typeface="Arial"/>
                <a:ea typeface="+mn-ea"/>
                <a:cs typeface="Arial"/>
              </a:rPr>
              <a:t>full code coverage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F737B528-4F06-EE42-CC96-CC6D4A2F5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381000"/>
            <a:ext cx="7729537" cy="1189038"/>
          </a:xfrm>
        </p:spPr>
        <p:txBody>
          <a:bodyPr/>
          <a:lstStyle/>
          <a:p>
            <a:pPr>
              <a:defRPr/>
            </a:pPr>
            <a:r>
              <a:rPr lang="en-US" b="1">
                <a:solidFill>
                  <a:srgbClr val="000000"/>
                </a:solidFill>
                <a:cs typeface="Arial" charset="0"/>
              </a:rPr>
              <a:t>Static analysis vs Testing/Simulation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733A411C-EF6F-63A4-1465-E1849DE36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3600"/>
            <a:ext cx="8001000" cy="4495800"/>
          </a:xfrm>
        </p:spPr>
        <p:txBody>
          <a:bodyPr>
            <a:normAutofit/>
          </a:bodyPr>
          <a:lstStyle/>
          <a:p>
            <a:pPr>
              <a:buClrTx/>
              <a:defRPr/>
            </a:pPr>
            <a:endParaRPr lang="en-US" dirty="0">
              <a:latin typeface="Arial"/>
              <a:cs typeface="Arial"/>
            </a:endParaRPr>
          </a:p>
          <a:p>
            <a:pPr>
              <a:buClrTx/>
              <a:defRPr/>
            </a:pPr>
            <a:endParaRPr lang="en-US" dirty="0">
              <a:latin typeface="Arial"/>
              <a:cs typeface="Arial"/>
            </a:endParaRPr>
          </a:p>
          <a:p>
            <a:pPr>
              <a:buClrTx/>
              <a:defRPr/>
            </a:pPr>
            <a:endParaRPr lang="en-US" dirty="0">
              <a:latin typeface="Arial"/>
              <a:cs typeface="Arial"/>
            </a:endParaRPr>
          </a:p>
          <a:p>
            <a:pPr>
              <a:buClrTx/>
              <a:defRPr/>
            </a:pPr>
            <a:endParaRPr lang="en-US" dirty="0">
              <a:latin typeface="Arial"/>
              <a:cs typeface="Arial"/>
            </a:endParaRPr>
          </a:p>
          <a:p>
            <a:pPr>
              <a:buClrTx/>
              <a:defRPr/>
            </a:pPr>
            <a:r>
              <a:rPr lang="en-US" altLang="pt-BR" sz="2600" b="1" dirty="0">
                <a:latin typeface="Arial"/>
                <a:cs typeface="Arial"/>
              </a:rPr>
              <a:t>Checks only some of the system executions</a:t>
            </a:r>
          </a:p>
          <a:p>
            <a:pPr lvl="1">
              <a:buClrTx/>
              <a:buFont typeface="Wingdings" charset="0"/>
              <a:buChar char="§"/>
              <a:defRPr/>
            </a:pPr>
            <a:r>
              <a:rPr lang="en-US" altLang="pt-BR" sz="2400" dirty="0">
                <a:latin typeface="Arial"/>
                <a:cs typeface="Arial"/>
              </a:rPr>
              <a:t>May </a:t>
            </a:r>
            <a:r>
              <a:rPr lang="en-US" altLang="pt-BR" sz="2400" b="1" dirty="0">
                <a:latin typeface="Arial"/>
                <a:cs typeface="Arial"/>
              </a:rPr>
              <a:t>miss errors</a:t>
            </a:r>
          </a:p>
          <a:p>
            <a:pPr>
              <a:buClrTx/>
              <a:defRPr/>
            </a:pPr>
            <a:r>
              <a:rPr lang="en-US" altLang="pt-BR" sz="2600" dirty="0">
                <a:latin typeface="Arial"/>
                <a:cs typeface="Arial"/>
              </a:rPr>
              <a:t>A </a:t>
            </a:r>
            <a:r>
              <a:rPr lang="en-US" altLang="pt-BR" sz="2600" b="1" dirty="0">
                <a:latin typeface="Arial"/>
                <a:cs typeface="Arial"/>
              </a:rPr>
              <a:t>successful execution </a:t>
            </a:r>
            <a:r>
              <a:rPr lang="en-US" altLang="pt-BR" sz="2600" dirty="0">
                <a:latin typeface="Arial"/>
                <a:cs typeface="Arial"/>
              </a:rPr>
              <a:t>is an execution that </a:t>
            </a:r>
            <a:r>
              <a:rPr lang="en-US" altLang="pt-BR" sz="2600" b="1" dirty="0">
                <a:latin typeface="Arial"/>
                <a:cs typeface="Arial"/>
              </a:rPr>
              <a:t>discovers one </a:t>
            </a:r>
            <a:r>
              <a:rPr lang="en-US" altLang="pt-BR" sz="2600" dirty="0">
                <a:latin typeface="Arial"/>
                <a:cs typeface="Arial"/>
              </a:rPr>
              <a:t>or </a:t>
            </a:r>
            <a:r>
              <a:rPr lang="en-US" altLang="pt-BR" sz="2600" b="1" dirty="0">
                <a:latin typeface="Arial"/>
                <a:cs typeface="Arial"/>
              </a:rPr>
              <a:t>more errors </a:t>
            </a:r>
          </a:p>
        </p:txBody>
      </p:sp>
      <p:grpSp>
        <p:nvGrpSpPr>
          <p:cNvPr id="65539" name="Group 81">
            <a:extLst>
              <a:ext uri="{FF2B5EF4-FFF2-40B4-BE49-F238E27FC236}">
                <a16:creationId xmlns:a16="http://schemas.microsoft.com/office/drawing/2014/main" id="{0383AB12-05C4-CD4B-1E6D-B2E41D29C973}"/>
              </a:ext>
            </a:extLst>
          </p:cNvPr>
          <p:cNvGrpSpPr>
            <a:grpSpLocks/>
          </p:cNvGrpSpPr>
          <p:nvPr/>
        </p:nvGrpSpPr>
        <p:grpSpPr bwMode="auto">
          <a:xfrm>
            <a:off x="1160463" y="2476500"/>
            <a:ext cx="7085012" cy="1387475"/>
            <a:chOff x="323528" y="1700808"/>
            <a:chExt cx="6672445" cy="1387475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9D88E01-6FA5-0A39-FAFC-CE02964535F2}"/>
                </a:ext>
              </a:extLst>
            </p:cNvPr>
            <p:cNvSpPr/>
            <p:nvPr/>
          </p:nvSpPr>
          <p:spPr bwMode="auto">
            <a:xfrm>
              <a:off x="2156470" y="1781771"/>
              <a:ext cx="2801739" cy="118903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bIns="0">
              <a:spAutoFit/>
            </a:bodyPr>
            <a:lstStyle/>
            <a:p>
              <a:pPr algn="ctr">
                <a:defRPr/>
              </a:pPr>
              <a:r>
                <a:rPr lang="en-US" sz="2600" dirty="0">
                  <a:solidFill>
                    <a:schemeClr val="tx1"/>
                  </a:solidFill>
                  <a:latin typeface="Arial"/>
                  <a:cs typeface="Arial"/>
                </a:rPr>
                <a:t>Simulation/ testing</a:t>
              </a:r>
              <a:endParaRPr lang="pt-BR" sz="2600" dirty="0"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grpSp>
          <p:nvGrpSpPr>
            <p:cNvPr id="65541" name="Group 6">
              <a:extLst>
                <a:ext uri="{FF2B5EF4-FFF2-40B4-BE49-F238E27FC236}">
                  <a16:creationId xmlns:a16="http://schemas.microsoft.com/office/drawing/2014/main" id="{80F6F124-F631-C153-7837-8A42ACA1B6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3528" y="1700808"/>
              <a:ext cx="973138" cy="1387475"/>
              <a:chOff x="878" y="1112"/>
              <a:chExt cx="808" cy="1032"/>
            </a:xfrm>
          </p:grpSpPr>
          <p:sp>
            <p:nvSpPr>
              <p:cNvPr id="65546" name="AutoShape 7">
                <a:extLst>
                  <a:ext uri="{FF2B5EF4-FFF2-40B4-BE49-F238E27FC236}">
                    <a16:creationId xmlns:a16="http://schemas.microsoft.com/office/drawing/2014/main" id="{7197811E-E541-0128-F564-EFC2031248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4" y="1112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1200">
                  <a:cs typeface="Arial" panose="020B0604020202020204" pitchFamily="34" charset="0"/>
                </a:endParaRPr>
              </a:p>
            </p:txBody>
          </p:sp>
          <p:sp>
            <p:nvSpPr>
              <p:cNvPr id="65547" name="AutoShape 8">
                <a:extLst>
                  <a:ext uri="{FF2B5EF4-FFF2-40B4-BE49-F238E27FC236}">
                    <a16:creationId xmlns:a16="http://schemas.microsoft.com/office/drawing/2014/main" id="{9927F10A-2734-B727-465C-33A3821684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" y="1200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1200">
                  <a:cs typeface="Arial" panose="020B0604020202020204" pitchFamily="34" charset="0"/>
                </a:endParaRPr>
              </a:p>
            </p:txBody>
          </p:sp>
          <p:sp>
            <p:nvSpPr>
              <p:cNvPr id="65548" name="AutoShape 9">
                <a:extLst>
                  <a:ext uri="{FF2B5EF4-FFF2-40B4-BE49-F238E27FC236}">
                    <a16:creationId xmlns:a16="http://schemas.microsoft.com/office/drawing/2014/main" id="{D62D99DE-F9D6-2C56-D7BA-9D3ADC97E9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4" y="1300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1200">
                  <a:cs typeface="Arial" panose="020B0604020202020204" pitchFamily="34" charset="0"/>
                </a:endParaRPr>
              </a:p>
            </p:txBody>
          </p:sp>
          <p:sp>
            <p:nvSpPr>
              <p:cNvPr id="65549" name="AutoShape 10">
                <a:extLst>
                  <a:ext uri="{FF2B5EF4-FFF2-40B4-BE49-F238E27FC236}">
                    <a16:creationId xmlns:a16="http://schemas.microsoft.com/office/drawing/2014/main" id="{178D5CB7-8775-C029-5BBA-0179FC69B2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" y="1448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1200">
                  <a:cs typeface="Arial" panose="020B0604020202020204" pitchFamily="34" charset="0"/>
                </a:endParaRPr>
              </a:p>
            </p:txBody>
          </p:sp>
          <p:sp>
            <p:nvSpPr>
              <p:cNvPr id="65550" name="AutoShape 11">
                <a:extLst>
                  <a:ext uri="{FF2B5EF4-FFF2-40B4-BE49-F238E27FC236}">
                    <a16:creationId xmlns:a16="http://schemas.microsoft.com/office/drawing/2014/main" id="{DFC7AD0F-14EF-7CED-07B1-A9DFAE75C9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4" y="1448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1200">
                  <a:cs typeface="Arial" panose="020B0604020202020204" pitchFamily="34" charset="0"/>
                </a:endParaRPr>
              </a:p>
            </p:txBody>
          </p:sp>
          <p:sp>
            <p:nvSpPr>
              <p:cNvPr id="65551" name="AutoShape 12">
                <a:extLst>
                  <a:ext uri="{FF2B5EF4-FFF2-40B4-BE49-F238E27FC236}">
                    <a16:creationId xmlns:a16="http://schemas.microsoft.com/office/drawing/2014/main" id="{0AF4D875-91EF-6B35-D6D2-3050CD1F4C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8" y="1448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1200">
                  <a:cs typeface="Arial" panose="020B0604020202020204" pitchFamily="34" charset="0"/>
                </a:endParaRPr>
              </a:p>
            </p:txBody>
          </p:sp>
          <p:sp>
            <p:nvSpPr>
              <p:cNvPr id="65552" name="AutoShape 13">
                <a:extLst>
                  <a:ext uri="{FF2B5EF4-FFF2-40B4-BE49-F238E27FC236}">
                    <a16:creationId xmlns:a16="http://schemas.microsoft.com/office/drawing/2014/main" id="{BC216277-130D-7A0B-FA71-F2342AFE4E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0" y="1448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1200">
                  <a:cs typeface="Arial" panose="020B0604020202020204" pitchFamily="34" charset="0"/>
                </a:endParaRPr>
              </a:p>
            </p:txBody>
          </p:sp>
          <p:sp>
            <p:nvSpPr>
              <p:cNvPr id="65553" name="AutoShape 14">
                <a:extLst>
                  <a:ext uri="{FF2B5EF4-FFF2-40B4-BE49-F238E27FC236}">
                    <a16:creationId xmlns:a16="http://schemas.microsoft.com/office/drawing/2014/main" id="{F1A13516-F4E5-E686-C051-6B4BFD0D72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8" y="1588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1200">
                  <a:cs typeface="Arial" panose="020B0604020202020204" pitchFamily="34" charset="0"/>
                </a:endParaRPr>
              </a:p>
            </p:txBody>
          </p:sp>
          <p:sp>
            <p:nvSpPr>
              <p:cNvPr id="65554" name="AutoShape 15">
                <a:extLst>
                  <a:ext uri="{FF2B5EF4-FFF2-40B4-BE49-F238E27FC236}">
                    <a16:creationId xmlns:a16="http://schemas.microsoft.com/office/drawing/2014/main" id="{ABB6CAD0-DB9D-9D2A-85E5-A670A6D315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6" y="1588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1200">
                  <a:cs typeface="Arial" panose="020B0604020202020204" pitchFamily="34" charset="0"/>
                </a:endParaRPr>
              </a:p>
            </p:txBody>
          </p:sp>
          <p:sp>
            <p:nvSpPr>
              <p:cNvPr id="65555" name="AutoShape 16">
                <a:extLst>
                  <a:ext uri="{FF2B5EF4-FFF2-40B4-BE49-F238E27FC236}">
                    <a16:creationId xmlns:a16="http://schemas.microsoft.com/office/drawing/2014/main" id="{94E4F3E2-E4B5-549D-E9E1-682F24DB4D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2" y="1588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1200">
                  <a:cs typeface="Arial" panose="020B0604020202020204" pitchFamily="34" charset="0"/>
                </a:endParaRPr>
              </a:p>
            </p:txBody>
          </p:sp>
          <p:sp>
            <p:nvSpPr>
              <p:cNvPr id="65556" name="AutoShape 17">
                <a:extLst>
                  <a:ext uri="{FF2B5EF4-FFF2-40B4-BE49-F238E27FC236}">
                    <a16:creationId xmlns:a16="http://schemas.microsoft.com/office/drawing/2014/main" id="{7C47740F-8E00-548A-8649-E1FD77F89A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8" y="1724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1200">
                  <a:cs typeface="Arial" panose="020B0604020202020204" pitchFamily="34" charset="0"/>
                </a:endParaRPr>
              </a:p>
            </p:txBody>
          </p:sp>
          <p:sp>
            <p:nvSpPr>
              <p:cNvPr id="65557" name="AutoShape 18">
                <a:extLst>
                  <a:ext uri="{FF2B5EF4-FFF2-40B4-BE49-F238E27FC236}">
                    <a16:creationId xmlns:a16="http://schemas.microsoft.com/office/drawing/2014/main" id="{F92A252D-31A3-FE0D-31B9-FD899466AB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6" y="1724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1200">
                  <a:cs typeface="Arial" panose="020B0604020202020204" pitchFamily="34" charset="0"/>
                </a:endParaRPr>
              </a:p>
            </p:txBody>
          </p:sp>
          <p:sp>
            <p:nvSpPr>
              <p:cNvPr id="65558" name="AutoShape 19">
                <a:extLst>
                  <a:ext uri="{FF2B5EF4-FFF2-40B4-BE49-F238E27FC236}">
                    <a16:creationId xmlns:a16="http://schemas.microsoft.com/office/drawing/2014/main" id="{82B9818E-AA4D-DFBD-7DA2-805841131E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2" y="1848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1200">
                  <a:cs typeface="Arial" panose="020B0604020202020204" pitchFamily="34" charset="0"/>
                </a:endParaRPr>
              </a:p>
            </p:txBody>
          </p:sp>
          <p:sp>
            <p:nvSpPr>
              <p:cNvPr id="65559" name="AutoShape 20">
                <a:extLst>
                  <a:ext uri="{FF2B5EF4-FFF2-40B4-BE49-F238E27FC236}">
                    <a16:creationId xmlns:a16="http://schemas.microsoft.com/office/drawing/2014/main" id="{4C16AEE5-3379-9067-B792-AB468887E8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6" y="1724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1200">
                  <a:cs typeface="Arial" panose="020B0604020202020204" pitchFamily="34" charset="0"/>
                </a:endParaRPr>
              </a:p>
            </p:txBody>
          </p:sp>
          <p:sp>
            <p:nvSpPr>
              <p:cNvPr id="65560" name="AutoShape 21">
                <a:extLst>
                  <a:ext uri="{FF2B5EF4-FFF2-40B4-BE49-F238E27FC236}">
                    <a16:creationId xmlns:a16="http://schemas.microsoft.com/office/drawing/2014/main" id="{4827FE15-96BB-574A-1CA3-0FEC5593C2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0" y="1724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1200">
                  <a:cs typeface="Arial" panose="020B0604020202020204" pitchFamily="34" charset="0"/>
                </a:endParaRPr>
              </a:p>
            </p:txBody>
          </p:sp>
          <p:sp>
            <p:nvSpPr>
              <p:cNvPr id="65561" name="Line 22">
                <a:extLst>
                  <a:ext uri="{FF2B5EF4-FFF2-40B4-BE49-F238E27FC236}">
                    <a16:creationId xmlns:a16="http://schemas.microsoft.com/office/drawing/2014/main" id="{262B78CB-9EA4-47EA-F891-64AACAEFB5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78" y="1252"/>
                <a:ext cx="32" cy="204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62" name="Line 23">
                <a:extLst>
                  <a:ext uri="{FF2B5EF4-FFF2-40B4-BE49-F238E27FC236}">
                    <a16:creationId xmlns:a16="http://schemas.microsoft.com/office/drawing/2014/main" id="{FF641F5B-6633-9146-84C4-E7EF3BB92D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10" y="1496"/>
                <a:ext cx="48" cy="92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63" name="Line 24">
                <a:extLst>
                  <a:ext uri="{FF2B5EF4-FFF2-40B4-BE49-F238E27FC236}">
                    <a16:creationId xmlns:a16="http://schemas.microsoft.com/office/drawing/2014/main" id="{AF75B3CD-7428-D508-2635-84B7480DA1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62" y="1496"/>
                <a:ext cx="22" cy="22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64" name="Line 25">
                <a:extLst>
                  <a:ext uri="{FF2B5EF4-FFF2-40B4-BE49-F238E27FC236}">
                    <a16:creationId xmlns:a16="http://schemas.microsoft.com/office/drawing/2014/main" id="{6EABAB20-3C20-2C3B-FD25-F802AAFC9B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4" y="1772"/>
                <a:ext cx="48" cy="7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65" name="Line 26">
                <a:extLst>
                  <a:ext uri="{FF2B5EF4-FFF2-40B4-BE49-F238E27FC236}">
                    <a16:creationId xmlns:a16="http://schemas.microsoft.com/office/drawing/2014/main" id="{D0FCFFC4-0017-16BE-4DD0-9952E3F482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2" y="1252"/>
                <a:ext cx="112" cy="19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66" name="Line 27">
                <a:extLst>
                  <a:ext uri="{FF2B5EF4-FFF2-40B4-BE49-F238E27FC236}">
                    <a16:creationId xmlns:a16="http://schemas.microsoft.com/office/drawing/2014/main" id="{1F3BA6AA-A9A5-984D-4B28-47199F875C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66" y="1500"/>
                <a:ext cx="32" cy="8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67" name="Line 28">
                <a:extLst>
                  <a:ext uri="{FF2B5EF4-FFF2-40B4-BE49-F238E27FC236}">
                    <a16:creationId xmlns:a16="http://schemas.microsoft.com/office/drawing/2014/main" id="{313B2909-EC3D-D098-57E6-31DE1B5FF3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88" y="1642"/>
                <a:ext cx="30" cy="7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68" name="Line 29">
                <a:extLst>
                  <a:ext uri="{FF2B5EF4-FFF2-40B4-BE49-F238E27FC236}">
                    <a16:creationId xmlns:a16="http://schemas.microsoft.com/office/drawing/2014/main" id="{62ED2934-1DE2-F126-DD37-C09F71C48F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8" y="1642"/>
                <a:ext cx="0" cy="19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69" name="Line 30">
                <a:extLst>
                  <a:ext uri="{FF2B5EF4-FFF2-40B4-BE49-F238E27FC236}">
                    <a16:creationId xmlns:a16="http://schemas.microsoft.com/office/drawing/2014/main" id="{524D0C58-87AD-2086-5413-E6F2AF8AB0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90" y="1470"/>
                <a:ext cx="8" cy="152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70" name="Line 31">
                <a:extLst>
                  <a:ext uri="{FF2B5EF4-FFF2-40B4-BE49-F238E27FC236}">
                    <a16:creationId xmlns:a16="http://schemas.microsoft.com/office/drawing/2014/main" id="{C1C9B64B-1FB6-6A56-4DA7-06B73BA9CF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1352"/>
                <a:ext cx="30" cy="98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71" name="Line 32">
                <a:extLst>
                  <a:ext uri="{FF2B5EF4-FFF2-40B4-BE49-F238E27FC236}">
                    <a16:creationId xmlns:a16="http://schemas.microsoft.com/office/drawing/2014/main" id="{29503A26-81A6-F324-65E3-EA91A4359A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24" y="1338"/>
                <a:ext cx="110" cy="11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72" name="Line 33">
                <a:extLst>
                  <a:ext uri="{FF2B5EF4-FFF2-40B4-BE49-F238E27FC236}">
                    <a16:creationId xmlns:a16="http://schemas.microsoft.com/office/drawing/2014/main" id="{337FB4FA-E8DA-8109-ACAA-A3CB1302F4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80" y="1500"/>
                <a:ext cx="50" cy="8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73" name="Line 34">
                <a:extLst>
                  <a:ext uri="{FF2B5EF4-FFF2-40B4-BE49-F238E27FC236}">
                    <a16:creationId xmlns:a16="http://schemas.microsoft.com/office/drawing/2014/main" id="{F7519916-868E-C9AA-7714-39DA7FA66E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76" y="1644"/>
                <a:ext cx="58" cy="84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74" name="Line 35">
                <a:extLst>
                  <a:ext uri="{FF2B5EF4-FFF2-40B4-BE49-F238E27FC236}">
                    <a16:creationId xmlns:a16="http://schemas.microsoft.com/office/drawing/2014/main" id="{8C860D2C-EC9C-201E-CBD7-90FCB63AB0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28" y="1642"/>
                <a:ext cx="30" cy="7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75" name="Line 36">
                <a:extLst>
                  <a:ext uri="{FF2B5EF4-FFF2-40B4-BE49-F238E27FC236}">
                    <a16:creationId xmlns:a16="http://schemas.microsoft.com/office/drawing/2014/main" id="{856C8F25-E4F9-CF8E-5372-C05B4C8884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26" y="1774"/>
                <a:ext cx="82" cy="7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76" name="Line 37">
                <a:extLst>
                  <a:ext uri="{FF2B5EF4-FFF2-40B4-BE49-F238E27FC236}">
                    <a16:creationId xmlns:a16="http://schemas.microsoft.com/office/drawing/2014/main" id="{F196942E-9DCF-7802-3D6C-94074C3EF8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48" y="1162"/>
                <a:ext cx="180" cy="5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77" name="Line 38">
                <a:extLst>
                  <a:ext uri="{FF2B5EF4-FFF2-40B4-BE49-F238E27FC236}">
                    <a16:creationId xmlns:a16="http://schemas.microsoft.com/office/drawing/2014/main" id="{A1152775-77E1-FEDE-33C1-54BF74F1C4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68" y="1160"/>
                <a:ext cx="28" cy="134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78" name="AutoShape 39">
                <a:extLst>
                  <a:ext uri="{FF2B5EF4-FFF2-40B4-BE49-F238E27FC236}">
                    <a16:creationId xmlns:a16="http://schemas.microsoft.com/office/drawing/2014/main" id="{1E0DDDF5-50D3-EC4E-88B1-3ABF95025D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" y="1948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1200">
                  <a:cs typeface="Arial" panose="020B0604020202020204" pitchFamily="34" charset="0"/>
                </a:endParaRPr>
              </a:p>
            </p:txBody>
          </p:sp>
          <p:sp>
            <p:nvSpPr>
              <p:cNvPr id="65579" name="AutoShape 40">
                <a:extLst>
                  <a:ext uri="{FF2B5EF4-FFF2-40B4-BE49-F238E27FC236}">
                    <a16:creationId xmlns:a16="http://schemas.microsoft.com/office/drawing/2014/main" id="{5F6DA0CD-7A0A-9E27-93E4-48B99ED2FE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8" y="1978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1200">
                  <a:cs typeface="Arial" panose="020B0604020202020204" pitchFamily="34" charset="0"/>
                </a:endParaRPr>
              </a:p>
            </p:txBody>
          </p:sp>
          <p:sp>
            <p:nvSpPr>
              <p:cNvPr id="65580" name="AutoShape 41">
                <a:extLst>
                  <a:ext uri="{FF2B5EF4-FFF2-40B4-BE49-F238E27FC236}">
                    <a16:creationId xmlns:a16="http://schemas.microsoft.com/office/drawing/2014/main" id="{0D2061E3-A122-B527-B315-2CDD7F3655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6" y="2096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1200">
                  <a:cs typeface="Arial" panose="020B0604020202020204" pitchFamily="34" charset="0"/>
                </a:endParaRPr>
              </a:p>
            </p:txBody>
          </p:sp>
          <p:sp>
            <p:nvSpPr>
              <p:cNvPr id="65581" name="AutoShape 42">
                <a:extLst>
                  <a:ext uri="{FF2B5EF4-FFF2-40B4-BE49-F238E27FC236}">
                    <a16:creationId xmlns:a16="http://schemas.microsoft.com/office/drawing/2014/main" id="{6B6BAD90-E86A-0A22-C447-B38B042213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6" y="1972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1200">
                  <a:cs typeface="Arial" panose="020B0604020202020204" pitchFamily="34" charset="0"/>
                </a:endParaRPr>
              </a:p>
            </p:txBody>
          </p:sp>
          <p:sp>
            <p:nvSpPr>
              <p:cNvPr id="65582" name="AutoShape 43">
                <a:extLst>
                  <a:ext uri="{FF2B5EF4-FFF2-40B4-BE49-F238E27FC236}">
                    <a16:creationId xmlns:a16="http://schemas.microsoft.com/office/drawing/2014/main" id="{DA723EEE-C7ED-5995-8F3F-4C42BD377F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2" y="1616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1200">
                  <a:cs typeface="Arial" panose="020B0604020202020204" pitchFamily="34" charset="0"/>
                </a:endParaRPr>
              </a:p>
            </p:txBody>
          </p:sp>
          <p:sp>
            <p:nvSpPr>
              <p:cNvPr id="65583" name="Line 44">
                <a:extLst>
                  <a:ext uri="{FF2B5EF4-FFF2-40B4-BE49-F238E27FC236}">
                    <a16:creationId xmlns:a16="http://schemas.microsoft.com/office/drawing/2014/main" id="{3F5F1274-764A-80AD-FE4E-98D4F4B171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4" y="1774"/>
                <a:ext cx="50" cy="174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84" name="Line 45">
                <a:extLst>
                  <a:ext uri="{FF2B5EF4-FFF2-40B4-BE49-F238E27FC236}">
                    <a16:creationId xmlns:a16="http://schemas.microsoft.com/office/drawing/2014/main" id="{538628B4-0F38-06CA-812B-2CF562200B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84" y="1892"/>
                <a:ext cx="54" cy="64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85" name="Line 46">
                <a:extLst>
                  <a:ext uri="{FF2B5EF4-FFF2-40B4-BE49-F238E27FC236}">
                    <a16:creationId xmlns:a16="http://schemas.microsoft.com/office/drawing/2014/main" id="{B1B7E251-13CD-4B37-0DBA-6E30B1BD74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6" y="2000"/>
                <a:ext cx="220" cy="11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86" name="Line 47">
                <a:extLst>
                  <a:ext uri="{FF2B5EF4-FFF2-40B4-BE49-F238E27FC236}">
                    <a16:creationId xmlns:a16="http://schemas.microsoft.com/office/drawing/2014/main" id="{D430CAFB-565F-64E7-8EBA-F1A569F7B0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96" y="1898"/>
                <a:ext cx="6" cy="7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87" name="Line 48">
                <a:extLst>
                  <a:ext uri="{FF2B5EF4-FFF2-40B4-BE49-F238E27FC236}">
                    <a16:creationId xmlns:a16="http://schemas.microsoft.com/office/drawing/2014/main" id="{88481B2C-C007-6D8C-F058-B833EF404A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66" y="1782"/>
                <a:ext cx="78" cy="190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88" name="Line 49">
                <a:extLst>
                  <a:ext uri="{FF2B5EF4-FFF2-40B4-BE49-F238E27FC236}">
                    <a16:creationId xmlns:a16="http://schemas.microsoft.com/office/drawing/2014/main" id="{1F34416B-0B68-CAFA-2415-49AA3E15AC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14" y="2028"/>
                <a:ext cx="28" cy="70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89" name="Line 50">
                <a:extLst>
                  <a:ext uri="{FF2B5EF4-FFF2-40B4-BE49-F238E27FC236}">
                    <a16:creationId xmlns:a16="http://schemas.microsoft.com/office/drawing/2014/main" id="{4DFC59FA-3003-51A6-5FE8-4115996B96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90" y="2024"/>
                <a:ext cx="100" cy="8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90" name="Line 51">
                <a:extLst>
                  <a:ext uri="{FF2B5EF4-FFF2-40B4-BE49-F238E27FC236}">
                    <a16:creationId xmlns:a16="http://schemas.microsoft.com/office/drawing/2014/main" id="{C0E26E7B-4752-4556-6F48-4514057390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4" y="1250"/>
                <a:ext cx="94" cy="172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91" name="AutoShape 52">
                <a:extLst>
                  <a:ext uri="{FF2B5EF4-FFF2-40B4-BE49-F238E27FC236}">
                    <a16:creationId xmlns:a16="http://schemas.microsoft.com/office/drawing/2014/main" id="{814D9725-D2F7-CA31-C6CD-6719E4E708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568" y="1416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1200">
                  <a:cs typeface="Arial" panose="020B0604020202020204" pitchFamily="34" charset="0"/>
                </a:endParaRPr>
              </a:p>
            </p:txBody>
          </p:sp>
          <p:sp>
            <p:nvSpPr>
              <p:cNvPr id="65592" name="AutoShape 53">
                <a:extLst>
                  <a:ext uri="{FF2B5EF4-FFF2-40B4-BE49-F238E27FC236}">
                    <a16:creationId xmlns:a16="http://schemas.microsoft.com/office/drawing/2014/main" id="{F30F18AA-7F6E-F43E-5833-5AA24DE29D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4" y="1208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1200">
                  <a:cs typeface="Arial" panose="020B0604020202020204" pitchFamily="34" charset="0"/>
                </a:endParaRPr>
              </a:p>
            </p:txBody>
          </p:sp>
          <p:sp>
            <p:nvSpPr>
              <p:cNvPr id="65593" name="Line 54">
                <a:extLst>
                  <a:ext uri="{FF2B5EF4-FFF2-40B4-BE49-F238E27FC236}">
                    <a16:creationId xmlns:a16="http://schemas.microsoft.com/office/drawing/2014/main" id="{C814F210-E0B1-3405-E109-895FF09F78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78" y="1140"/>
                <a:ext cx="182" cy="7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94" name="Line 55">
                <a:extLst>
                  <a:ext uri="{FF2B5EF4-FFF2-40B4-BE49-F238E27FC236}">
                    <a16:creationId xmlns:a16="http://schemas.microsoft.com/office/drawing/2014/main" id="{15230EAA-2AC8-927D-6EA0-E145023DD7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8" y="1498"/>
                <a:ext cx="40" cy="96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95" name="AutoShape 56">
                <a:extLst>
                  <a:ext uri="{FF2B5EF4-FFF2-40B4-BE49-F238E27FC236}">
                    <a16:creationId xmlns:a16="http://schemas.microsoft.com/office/drawing/2014/main" id="{722242AF-24B0-9AC6-56BC-254803A99C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0" y="1844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1200">
                  <a:cs typeface="Arial" panose="020B0604020202020204" pitchFamily="34" charset="0"/>
                </a:endParaRPr>
              </a:p>
            </p:txBody>
          </p:sp>
          <p:sp>
            <p:nvSpPr>
              <p:cNvPr id="65596" name="Line 57">
                <a:extLst>
                  <a:ext uri="{FF2B5EF4-FFF2-40B4-BE49-F238E27FC236}">
                    <a16:creationId xmlns:a16="http://schemas.microsoft.com/office/drawing/2014/main" id="{EC18163A-504A-B02B-A03F-47BC3A9A17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58" y="1666"/>
                <a:ext cx="32" cy="172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97" name="AutoShape 58">
                <a:extLst>
                  <a:ext uri="{FF2B5EF4-FFF2-40B4-BE49-F238E27FC236}">
                    <a16:creationId xmlns:a16="http://schemas.microsoft.com/office/drawing/2014/main" id="{853D4BAE-2D93-DAF9-0BC0-E04E51030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2" y="1956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1200">
                  <a:cs typeface="Arial" panose="020B0604020202020204" pitchFamily="34" charset="0"/>
                </a:endParaRPr>
              </a:p>
            </p:txBody>
          </p:sp>
          <p:sp>
            <p:nvSpPr>
              <p:cNvPr id="65598" name="Line 59">
                <a:extLst>
                  <a:ext uri="{FF2B5EF4-FFF2-40B4-BE49-F238E27FC236}">
                    <a16:creationId xmlns:a16="http://schemas.microsoft.com/office/drawing/2014/main" id="{A3618438-AFDE-8D29-914B-A25ECCBBA0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26" y="1998"/>
                <a:ext cx="128" cy="11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99" name="Freeform 60">
                <a:extLst>
                  <a:ext uri="{FF2B5EF4-FFF2-40B4-BE49-F238E27FC236}">
                    <a16:creationId xmlns:a16="http://schemas.microsoft.com/office/drawing/2014/main" id="{2AFCCCF1-793B-46BF-D6B2-BA81FD6132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8" y="1476"/>
                <a:ext cx="126" cy="515"/>
              </a:xfrm>
              <a:custGeom>
                <a:avLst/>
                <a:gdLst>
                  <a:gd name="T0" fmla="*/ 126 w 126"/>
                  <a:gd name="T1" fmla="*/ 504 h 515"/>
                  <a:gd name="T2" fmla="*/ 34 w 126"/>
                  <a:gd name="T3" fmla="*/ 460 h 515"/>
                  <a:gd name="T4" fmla="*/ 18 w 126"/>
                  <a:gd name="T5" fmla="*/ 424 h 515"/>
                  <a:gd name="T6" fmla="*/ 10 w 126"/>
                  <a:gd name="T7" fmla="*/ 400 h 515"/>
                  <a:gd name="T8" fmla="*/ 6 w 126"/>
                  <a:gd name="T9" fmla="*/ 88 h 515"/>
                  <a:gd name="T10" fmla="*/ 42 w 126"/>
                  <a:gd name="T11" fmla="*/ 24 h 515"/>
                  <a:gd name="T12" fmla="*/ 78 w 126"/>
                  <a:gd name="T13" fmla="*/ 0 h 5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6" h="515">
                    <a:moveTo>
                      <a:pt x="126" y="504"/>
                    </a:moveTo>
                    <a:cubicBezTo>
                      <a:pt x="93" y="515"/>
                      <a:pt x="48" y="493"/>
                      <a:pt x="34" y="460"/>
                    </a:cubicBezTo>
                    <a:cubicBezTo>
                      <a:pt x="30" y="451"/>
                      <a:pt x="22" y="434"/>
                      <a:pt x="18" y="424"/>
                    </a:cubicBezTo>
                    <a:cubicBezTo>
                      <a:pt x="15" y="416"/>
                      <a:pt x="10" y="400"/>
                      <a:pt x="10" y="400"/>
                    </a:cubicBezTo>
                    <a:cubicBezTo>
                      <a:pt x="0" y="295"/>
                      <a:pt x="0" y="195"/>
                      <a:pt x="6" y="88"/>
                    </a:cubicBezTo>
                    <a:cubicBezTo>
                      <a:pt x="7" y="69"/>
                      <a:pt x="24" y="30"/>
                      <a:pt x="42" y="24"/>
                    </a:cubicBezTo>
                    <a:cubicBezTo>
                      <a:pt x="54" y="6"/>
                      <a:pt x="65" y="13"/>
                      <a:pt x="78" y="0"/>
                    </a:cubicBez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600" name="Freeform 61">
                <a:extLst>
                  <a:ext uri="{FF2B5EF4-FFF2-40B4-BE49-F238E27FC236}">
                    <a16:creationId xmlns:a16="http://schemas.microsoft.com/office/drawing/2014/main" id="{96A78547-3786-4274-1DAB-46E2857484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2" y="1444"/>
                <a:ext cx="114" cy="420"/>
              </a:xfrm>
              <a:custGeom>
                <a:avLst/>
                <a:gdLst>
                  <a:gd name="T0" fmla="*/ 0 w 114"/>
                  <a:gd name="T1" fmla="*/ 420 h 420"/>
                  <a:gd name="T2" fmla="*/ 76 w 114"/>
                  <a:gd name="T3" fmla="*/ 360 h 420"/>
                  <a:gd name="T4" fmla="*/ 108 w 114"/>
                  <a:gd name="T5" fmla="*/ 68 h 420"/>
                  <a:gd name="T6" fmla="*/ 40 w 114"/>
                  <a:gd name="T7" fmla="*/ 0 h 4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4" h="420">
                    <a:moveTo>
                      <a:pt x="0" y="420"/>
                    </a:moveTo>
                    <a:cubicBezTo>
                      <a:pt x="29" y="419"/>
                      <a:pt x="58" y="419"/>
                      <a:pt x="76" y="360"/>
                    </a:cubicBezTo>
                    <a:cubicBezTo>
                      <a:pt x="94" y="301"/>
                      <a:pt x="114" y="128"/>
                      <a:pt x="108" y="68"/>
                    </a:cubicBezTo>
                    <a:cubicBezTo>
                      <a:pt x="102" y="8"/>
                      <a:pt x="71" y="4"/>
                      <a:pt x="40" y="0"/>
                    </a:cubicBez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5542" name="Right Arrow 74">
              <a:extLst>
                <a:ext uri="{FF2B5EF4-FFF2-40B4-BE49-F238E27FC236}">
                  <a16:creationId xmlns:a16="http://schemas.microsoft.com/office/drawing/2014/main" id="{AA854658-4991-259F-0386-36D3A3C8CC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7953" y="2269352"/>
              <a:ext cx="231096" cy="458539"/>
            </a:xfrm>
            <a:prstGeom prst="rightArrow">
              <a:avLst>
                <a:gd name="adj1" fmla="val 50000"/>
                <a:gd name="adj2" fmla="val 50005"/>
              </a:avLst>
            </a:prstGeom>
            <a:solidFill>
              <a:schemeClr val="accent1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bIns="0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1200">
                <a:cs typeface="Arial" panose="020B0604020202020204" pitchFamily="34" charset="0"/>
              </a:endParaRPr>
            </a:p>
          </p:txBody>
        </p:sp>
        <p:sp>
          <p:nvSpPr>
            <p:cNvPr id="65543" name="Right Arrow 75">
              <a:extLst>
                <a:ext uri="{FF2B5EF4-FFF2-40B4-BE49-F238E27FC236}">
                  <a16:creationId xmlns:a16="http://schemas.microsoft.com/office/drawing/2014/main" id="{4DC2A0FA-B797-4ED1-608D-41E843E38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310" y="1862142"/>
              <a:ext cx="231096" cy="458539"/>
            </a:xfrm>
            <a:prstGeom prst="rightArrow">
              <a:avLst>
                <a:gd name="adj1" fmla="val 50000"/>
                <a:gd name="adj2" fmla="val 50005"/>
              </a:avLst>
            </a:prstGeom>
            <a:solidFill>
              <a:schemeClr val="accent1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bIns="0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1200">
                <a:cs typeface="Arial" panose="020B0604020202020204" pitchFamily="34" charset="0"/>
              </a:endParaRPr>
            </a:p>
          </p:txBody>
        </p:sp>
        <p:sp>
          <p:nvSpPr>
            <p:cNvPr id="65544" name="Right Arrow 76">
              <a:extLst>
                <a:ext uri="{FF2B5EF4-FFF2-40B4-BE49-F238E27FC236}">
                  <a16:creationId xmlns:a16="http://schemas.microsoft.com/office/drawing/2014/main" id="{D39DF278-876D-600C-D175-896E590A0A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310" y="2573198"/>
              <a:ext cx="231096" cy="458539"/>
            </a:xfrm>
            <a:prstGeom prst="rightArrow">
              <a:avLst>
                <a:gd name="adj1" fmla="val 50000"/>
                <a:gd name="adj2" fmla="val 50005"/>
              </a:avLst>
            </a:prstGeom>
            <a:solidFill>
              <a:schemeClr val="accent1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bIns="0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1200">
                <a:cs typeface="Arial" panose="020B0604020202020204" pitchFamily="34" charset="0"/>
              </a:endParaRPr>
            </a:p>
          </p:txBody>
        </p:sp>
        <p:sp>
          <p:nvSpPr>
            <p:cNvPr id="65545" name="TextBox 80">
              <a:extLst>
                <a:ext uri="{FF2B5EF4-FFF2-40B4-BE49-F238E27FC236}">
                  <a16:creationId xmlns:a16="http://schemas.microsoft.com/office/drawing/2014/main" id="{35654117-72A5-4242-37B0-E742194003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05569" y="1744783"/>
              <a:ext cx="1090404" cy="1292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2600" b="1">
                  <a:solidFill>
                    <a:srgbClr val="33CC33"/>
                  </a:solidFill>
                  <a:cs typeface="Arial" panose="020B0604020202020204" pitchFamily="34" charset="0"/>
                </a:rPr>
                <a:t>OK</a:t>
              </a:r>
            </a:p>
            <a:p>
              <a:pPr algn="ctr"/>
              <a:endParaRPr lang="en-US" altLang="en-US" sz="2600">
                <a:cs typeface="Arial" panose="020B0604020202020204" pitchFamily="34" charset="0"/>
              </a:endParaRPr>
            </a:p>
            <a:p>
              <a:pPr algn="ctr"/>
              <a:r>
                <a:rPr lang="en-US" altLang="en-US" sz="2600" b="1">
                  <a:solidFill>
                    <a:srgbClr val="FF0000"/>
                  </a:solidFill>
                  <a:cs typeface="Arial" panose="020B0604020202020204" pitchFamily="34" charset="0"/>
                </a:rPr>
                <a:t>error</a:t>
              </a:r>
              <a:endParaRPr lang="pt-BR" altLang="en-US" sz="2600" b="1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006E561E-3FBD-8AB5-C6C6-62D99A43D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381000"/>
            <a:ext cx="7729537" cy="1189038"/>
          </a:xfrm>
        </p:spPr>
        <p:txBody>
          <a:bodyPr/>
          <a:lstStyle/>
          <a:p>
            <a:pPr>
              <a:defRPr/>
            </a:pPr>
            <a:r>
              <a:rPr lang="en-US" b="1">
                <a:solidFill>
                  <a:srgbClr val="000000"/>
                </a:solidFill>
                <a:cs typeface="Arial" charset="0"/>
              </a:rPr>
              <a:t>Static analysis vs Testing/Simulation</a:t>
            </a:r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B6D7B7CF-88C7-0446-3373-D7F9560FA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663" y="2057400"/>
            <a:ext cx="7729537" cy="4229100"/>
          </a:xfrm>
        </p:spPr>
        <p:txBody>
          <a:bodyPr/>
          <a:lstStyle/>
          <a:p>
            <a:pPr>
              <a:buClrTx/>
              <a:defRPr/>
            </a:pPr>
            <a:endParaRPr lang="en-US" dirty="0">
              <a:latin typeface="Arial"/>
              <a:cs typeface="Arial"/>
            </a:endParaRPr>
          </a:p>
          <a:p>
            <a:pPr>
              <a:buClrTx/>
              <a:defRPr/>
            </a:pPr>
            <a:endParaRPr lang="en-US" dirty="0">
              <a:latin typeface="Arial"/>
              <a:cs typeface="Arial"/>
            </a:endParaRPr>
          </a:p>
          <a:p>
            <a:pPr>
              <a:buClrTx/>
              <a:defRPr/>
            </a:pPr>
            <a:endParaRPr lang="en-US" dirty="0">
              <a:latin typeface="Arial"/>
              <a:cs typeface="Arial"/>
            </a:endParaRPr>
          </a:p>
          <a:p>
            <a:pPr>
              <a:buClrTx/>
              <a:defRPr/>
            </a:pPr>
            <a:endParaRPr lang="en-US" dirty="0">
              <a:latin typeface="Arial"/>
              <a:cs typeface="Arial"/>
            </a:endParaRPr>
          </a:p>
          <a:p>
            <a:pPr>
              <a:buClrTx/>
              <a:defRPr/>
            </a:pPr>
            <a:endParaRPr lang="en-US" altLang="pt-BR" dirty="0">
              <a:latin typeface="Arial"/>
              <a:cs typeface="Arial"/>
            </a:endParaRPr>
          </a:p>
          <a:p>
            <a:pPr>
              <a:buClrTx/>
              <a:defRPr/>
            </a:pPr>
            <a:r>
              <a:rPr lang="en-US" altLang="pt-BR" sz="2800" b="1" dirty="0">
                <a:latin typeface="Arial"/>
                <a:cs typeface="Arial"/>
              </a:rPr>
              <a:t>Exhaustively explores all executions</a:t>
            </a:r>
          </a:p>
          <a:p>
            <a:pPr>
              <a:buClrTx/>
              <a:defRPr/>
            </a:pPr>
            <a:r>
              <a:rPr lang="en-US" altLang="pt-BR" sz="2800" dirty="0">
                <a:latin typeface="Arial"/>
                <a:cs typeface="Arial"/>
              </a:rPr>
              <a:t>Report errors as </a:t>
            </a:r>
            <a:r>
              <a:rPr lang="en-US" altLang="pt-BR" sz="2800" b="1" dirty="0">
                <a:latin typeface="Arial"/>
                <a:cs typeface="Arial"/>
              </a:rPr>
              <a:t>traces</a:t>
            </a:r>
          </a:p>
          <a:p>
            <a:pPr>
              <a:buClrTx/>
              <a:defRPr/>
            </a:pPr>
            <a:r>
              <a:rPr lang="en-US" altLang="pt-BR" sz="2800" dirty="0">
                <a:latin typeface="Arial"/>
                <a:cs typeface="Arial"/>
              </a:rPr>
              <a:t>May produce </a:t>
            </a:r>
            <a:r>
              <a:rPr lang="en-US" altLang="pt-BR" sz="2800" b="1" dirty="0">
                <a:latin typeface="Arial"/>
                <a:cs typeface="Arial"/>
              </a:rPr>
              <a:t>incorrect results</a:t>
            </a:r>
          </a:p>
          <a:p>
            <a:pPr>
              <a:buClrTx/>
              <a:defRPr/>
            </a:pPr>
            <a:endParaRPr lang="en-US" dirty="0">
              <a:latin typeface="Arial"/>
              <a:cs typeface="Arial"/>
            </a:endParaRPr>
          </a:p>
        </p:txBody>
      </p:sp>
      <p:grpSp>
        <p:nvGrpSpPr>
          <p:cNvPr id="66563" name="Group 68">
            <a:extLst>
              <a:ext uri="{FF2B5EF4-FFF2-40B4-BE49-F238E27FC236}">
                <a16:creationId xmlns:a16="http://schemas.microsoft.com/office/drawing/2014/main" id="{C5300A25-D4D4-590D-E61A-26B6C2868BBE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828800"/>
            <a:ext cx="8535988" cy="2054225"/>
            <a:chOff x="607711" y="1319213"/>
            <a:chExt cx="8536288" cy="2054875"/>
          </a:xfrm>
        </p:grpSpPr>
        <p:grpSp>
          <p:nvGrpSpPr>
            <p:cNvPr id="66565" name="Group 3">
              <a:extLst>
                <a:ext uri="{FF2B5EF4-FFF2-40B4-BE49-F238E27FC236}">
                  <a16:creationId xmlns:a16="http://schemas.microsoft.com/office/drawing/2014/main" id="{C7975D77-2AD3-0C68-72AF-4EAF34DBD8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7711" y="1319213"/>
              <a:ext cx="8536288" cy="2054875"/>
              <a:chOff x="-495883" y="1319669"/>
              <a:chExt cx="8536334" cy="2055090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0C0D2018-BEF8-58A0-5472-A80881B7AA4C}"/>
                  </a:ext>
                </a:extLst>
              </p:cNvPr>
              <p:cNvSpPr/>
              <p:nvPr/>
            </p:nvSpPr>
            <p:spPr bwMode="auto">
              <a:xfrm>
                <a:off x="2158525" y="1858059"/>
                <a:ext cx="2802052" cy="1189538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bIns="0">
                <a:spAutoFit/>
              </a:bodyPr>
              <a:lstStyle/>
              <a:p>
                <a:pPr algn="ctr">
                  <a:defRPr/>
                </a:pPr>
                <a:r>
                  <a:rPr lang="en-US" sz="2600" dirty="0">
                    <a:solidFill>
                      <a:schemeClr val="tx1"/>
                    </a:solidFill>
                    <a:latin typeface="Arial"/>
                    <a:cs typeface="Arial"/>
                  </a:rPr>
                  <a:t>Model Checking </a:t>
                </a:r>
                <a:endParaRPr lang="pt-BR" sz="2600" dirty="0">
                  <a:solidFill>
                    <a:schemeClr val="tx1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66568" name="Right Arrow 74">
                <a:extLst>
                  <a:ext uri="{FF2B5EF4-FFF2-40B4-BE49-F238E27FC236}">
                    <a16:creationId xmlns:a16="http://schemas.microsoft.com/office/drawing/2014/main" id="{D049D8A2-4DF8-599F-F834-AA5AE767AA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56386">
                <a:off x="1770933" y="1793772"/>
                <a:ext cx="245389" cy="458587"/>
              </a:xfrm>
              <a:prstGeom prst="rightArrow">
                <a:avLst>
                  <a:gd name="adj1" fmla="val 50000"/>
                  <a:gd name="adj2" fmla="val 50005"/>
                </a:avLst>
              </a:prstGeom>
              <a:solidFill>
                <a:schemeClr val="accent1"/>
              </a:solidFill>
              <a:ln w="127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bIns="0">
                <a:spAutoFit/>
              </a:bodyPr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1200">
                  <a:cs typeface="Arial" panose="020B0604020202020204" pitchFamily="34" charset="0"/>
                </a:endParaRPr>
              </a:p>
            </p:txBody>
          </p:sp>
          <p:sp>
            <p:nvSpPr>
              <p:cNvPr id="66569" name="Right Arrow 75">
                <a:extLst>
                  <a:ext uri="{FF2B5EF4-FFF2-40B4-BE49-F238E27FC236}">
                    <a16:creationId xmlns:a16="http://schemas.microsoft.com/office/drawing/2014/main" id="{0E2A6E43-AB92-F7AF-E676-984F586FE9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3164" y="1862142"/>
                <a:ext cx="245389" cy="458587"/>
              </a:xfrm>
              <a:prstGeom prst="rightArrow">
                <a:avLst>
                  <a:gd name="adj1" fmla="val 50000"/>
                  <a:gd name="adj2" fmla="val 50005"/>
                </a:avLst>
              </a:prstGeom>
              <a:solidFill>
                <a:schemeClr val="accent1"/>
              </a:solidFill>
              <a:ln w="127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bIns="0">
                <a:spAutoFit/>
              </a:bodyPr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1200">
                  <a:cs typeface="Arial" panose="020B0604020202020204" pitchFamily="34" charset="0"/>
                </a:endParaRPr>
              </a:p>
            </p:txBody>
          </p:sp>
          <p:sp>
            <p:nvSpPr>
              <p:cNvPr id="66570" name="Right Arrow 76">
                <a:extLst>
                  <a:ext uri="{FF2B5EF4-FFF2-40B4-BE49-F238E27FC236}">
                    <a16:creationId xmlns:a16="http://schemas.microsoft.com/office/drawing/2014/main" id="{A585F06D-74B6-0133-8AFC-02E8A3CD33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3164" y="2573198"/>
                <a:ext cx="245389" cy="458587"/>
              </a:xfrm>
              <a:prstGeom prst="rightArrow">
                <a:avLst>
                  <a:gd name="adj1" fmla="val 50000"/>
                  <a:gd name="adj2" fmla="val 50005"/>
                </a:avLst>
              </a:prstGeom>
              <a:solidFill>
                <a:schemeClr val="accent1"/>
              </a:solidFill>
              <a:ln w="127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bIns="0">
                <a:spAutoFit/>
              </a:bodyPr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1200">
                  <a:cs typeface="Arial" panose="020B0604020202020204" pitchFamily="34" charset="0"/>
                </a:endParaRPr>
              </a:p>
            </p:txBody>
          </p:sp>
          <p:sp>
            <p:nvSpPr>
              <p:cNvPr id="66571" name="TextBox 80">
                <a:extLst>
                  <a:ext uri="{FF2B5EF4-FFF2-40B4-BE49-F238E27FC236}">
                    <a16:creationId xmlns:a16="http://schemas.microsoft.com/office/drawing/2014/main" id="{B3798C82-7C56-5FF7-B6A7-9E0852C496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05568" y="1744783"/>
                <a:ext cx="2134883" cy="12004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2600" b="1">
                    <a:solidFill>
                      <a:srgbClr val="33CC33"/>
                    </a:solidFill>
                    <a:cs typeface="Arial" panose="020B0604020202020204" pitchFamily="34" charset="0"/>
                  </a:rPr>
                  <a:t>OK</a:t>
                </a:r>
              </a:p>
              <a:p>
                <a:endParaRPr lang="en-US" altLang="en-US" b="1">
                  <a:solidFill>
                    <a:srgbClr val="33CC33"/>
                  </a:solidFill>
                  <a:cs typeface="Arial" panose="020B0604020202020204" pitchFamily="34" charset="0"/>
                </a:endParaRPr>
              </a:p>
              <a:p>
                <a:r>
                  <a:rPr lang="en-US" altLang="en-US" sz="2600" b="1">
                    <a:solidFill>
                      <a:srgbClr val="FF0000"/>
                    </a:solidFill>
                    <a:cs typeface="Arial" panose="020B0604020202020204" pitchFamily="34" charset="0"/>
                  </a:rPr>
                  <a:t>Error trace</a:t>
                </a:r>
                <a:endParaRPr lang="pt-BR" altLang="en-US" sz="2600" b="1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66572" name="Group 71">
                <a:extLst>
                  <a:ext uri="{FF2B5EF4-FFF2-40B4-BE49-F238E27FC236}">
                    <a16:creationId xmlns:a16="http://schemas.microsoft.com/office/drawing/2014/main" id="{0412D61B-9509-4F3B-D845-5ED5890281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775" y="1319669"/>
                <a:ext cx="965200" cy="1430338"/>
                <a:chOff x="878" y="1112"/>
                <a:chExt cx="808" cy="1032"/>
              </a:xfrm>
            </p:grpSpPr>
            <p:sp>
              <p:nvSpPr>
                <p:cNvPr id="66574" name="AutoShape 72">
                  <a:extLst>
                    <a:ext uri="{FF2B5EF4-FFF2-40B4-BE49-F238E27FC236}">
                      <a16:creationId xmlns:a16="http://schemas.microsoft.com/office/drawing/2014/main" id="{BEF13AC9-3BB7-C49A-DD7E-54D02FA45B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24" y="1112"/>
                  <a:ext cx="48" cy="48"/>
                </a:xfrm>
                <a:prstGeom prst="flowChartConnector">
                  <a:avLst/>
                </a:prstGeom>
                <a:solidFill>
                  <a:srgbClr val="969696">
                    <a:alpha val="50195"/>
                  </a:srgbClr>
                </a:solidFill>
                <a:ln w="38100" cap="sq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pt-BR" altLang="en-US" sz="12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575" name="AutoShape 73">
                  <a:extLst>
                    <a:ext uri="{FF2B5EF4-FFF2-40B4-BE49-F238E27FC236}">
                      <a16:creationId xmlns:a16="http://schemas.microsoft.com/office/drawing/2014/main" id="{5B7FA88E-F1D5-9C63-FE43-2E2BA115E5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6" y="1200"/>
                  <a:ext cx="48" cy="48"/>
                </a:xfrm>
                <a:prstGeom prst="flowChartConnector">
                  <a:avLst/>
                </a:prstGeom>
                <a:solidFill>
                  <a:srgbClr val="969696">
                    <a:alpha val="50195"/>
                  </a:srgbClr>
                </a:solidFill>
                <a:ln w="38100" cap="sq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pt-BR" altLang="en-US" sz="12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576" name="AutoShape 74">
                  <a:extLst>
                    <a:ext uri="{FF2B5EF4-FFF2-40B4-BE49-F238E27FC236}">
                      <a16:creationId xmlns:a16="http://schemas.microsoft.com/office/drawing/2014/main" id="{0866624F-316D-6893-9983-A83ECF27BB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74" y="1300"/>
                  <a:ext cx="48" cy="48"/>
                </a:xfrm>
                <a:prstGeom prst="flowChartConnector">
                  <a:avLst/>
                </a:prstGeom>
                <a:solidFill>
                  <a:srgbClr val="969696">
                    <a:alpha val="50195"/>
                  </a:srgbClr>
                </a:solidFill>
                <a:ln w="38100" cap="sq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pt-BR" altLang="en-US" sz="12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577" name="AutoShape 75">
                  <a:extLst>
                    <a:ext uri="{FF2B5EF4-FFF2-40B4-BE49-F238E27FC236}">
                      <a16:creationId xmlns:a16="http://schemas.microsoft.com/office/drawing/2014/main" id="{6421439D-EAA5-33C8-0E8E-801658034F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2" y="1448"/>
                  <a:ext cx="48" cy="48"/>
                </a:xfrm>
                <a:prstGeom prst="flowChartConnector">
                  <a:avLst/>
                </a:prstGeom>
                <a:solidFill>
                  <a:srgbClr val="969696">
                    <a:alpha val="50195"/>
                  </a:srgbClr>
                </a:solidFill>
                <a:ln w="38100" cap="sq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pt-BR" altLang="en-US" sz="12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578" name="AutoShape 76">
                  <a:extLst>
                    <a:ext uri="{FF2B5EF4-FFF2-40B4-BE49-F238E27FC236}">
                      <a16:creationId xmlns:a16="http://schemas.microsoft.com/office/drawing/2014/main" id="{8DDAF57D-9465-45C1-83B3-F0A0E5B40D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34" y="1448"/>
                  <a:ext cx="48" cy="48"/>
                </a:xfrm>
                <a:prstGeom prst="flowChartConnector">
                  <a:avLst/>
                </a:prstGeom>
                <a:solidFill>
                  <a:srgbClr val="969696">
                    <a:alpha val="50195"/>
                  </a:srgbClr>
                </a:solidFill>
                <a:ln w="38100" cap="sq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pt-BR" altLang="en-US" sz="12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579" name="AutoShape 77">
                  <a:extLst>
                    <a:ext uri="{FF2B5EF4-FFF2-40B4-BE49-F238E27FC236}">
                      <a16:creationId xmlns:a16="http://schemas.microsoft.com/office/drawing/2014/main" id="{0C3A3557-A6E6-0176-ED2E-F35C760879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8" y="1448"/>
                  <a:ext cx="48" cy="48"/>
                </a:xfrm>
                <a:prstGeom prst="flowChartConnector">
                  <a:avLst/>
                </a:prstGeom>
                <a:solidFill>
                  <a:srgbClr val="969696">
                    <a:alpha val="50195"/>
                  </a:srgbClr>
                </a:solidFill>
                <a:ln w="38100" cap="sq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pt-BR" altLang="en-US" sz="12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580" name="AutoShape 78">
                  <a:extLst>
                    <a:ext uri="{FF2B5EF4-FFF2-40B4-BE49-F238E27FC236}">
                      <a16:creationId xmlns:a16="http://schemas.microsoft.com/office/drawing/2014/main" id="{05A14785-D86E-1999-0F3A-93E33F1305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20" y="1448"/>
                  <a:ext cx="48" cy="48"/>
                </a:xfrm>
                <a:prstGeom prst="flowChartConnector">
                  <a:avLst/>
                </a:prstGeom>
                <a:solidFill>
                  <a:srgbClr val="969696">
                    <a:alpha val="50195"/>
                  </a:srgbClr>
                </a:solidFill>
                <a:ln w="38100" cap="sq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pt-BR" altLang="en-US" sz="12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581" name="AutoShape 79">
                  <a:extLst>
                    <a:ext uri="{FF2B5EF4-FFF2-40B4-BE49-F238E27FC236}">
                      <a16:creationId xmlns:a16="http://schemas.microsoft.com/office/drawing/2014/main" id="{59329531-08FE-EE3F-E147-A1686E9307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8" y="1588"/>
                  <a:ext cx="48" cy="48"/>
                </a:xfrm>
                <a:prstGeom prst="flowChartConnector">
                  <a:avLst/>
                </a:prstGeom>
                <a:solidFill>
                  <a:srgbClr val="969696">
                    <a:alpha val="50195"/>
                  </a:srgbClr>
                </a:solidFill>
                <a:ln w="38100" cap="sq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pt-BR" altLang="en-US" sz="12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582" name="AutoShape 80">
                  <a:extLst>
                    <a:ext uri="{FF2B5EF4-FFF2-40B4-BE49-F238E27FC236}">
                      <a16:creationId xmlns:a16="http://schemas.microsoft.com/office/drawing/2014/main" id="{F8357C9F-C1CD-1AA0-E2E5-AD0608610D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6" y="1588"/>
                  <a:ext cx="48" cy="48"/>
                </a:xfrm>
                <a:prstGeom prst="flowChartConnector">
                  <a:avLst/>
                </a:prstGeom>
                <a:solidFill>
                  <a:srgbClr val="969696">
                    <a:alpha val="50195"/>
                  </a:srgbClr>
                </a:solidFill>
                <a:ln w="38100" cap="sq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pt-BR" altLang="en-US" sz="12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583" name="AutoShape 81">
                  <a:extLst>
                    <a:ext uri="{FF2B5EF4-FFF2-40B4-BE49-F238E27FC236}">
                      <a16:creationId xmlns:a16="http://schemas.microsoft.com/office/drawing/2014/main" id="{E77DBD6E-4DF0-E634-71F4-A4F6C88DD2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2" y="1588"/>
                  <a:ext cx="48" cy="48"/>
                </a:xfrm>
                <a:prstGeom prst="flowChartConnector">
                  <a:avLst/>
                </a:prstGeom>
                <a:solidFill>
                  <a:srgbClr val="969696">
                    <a:alpha val="50195"/>
                  </a:srgbClr>
                </a:solidFill>
                <a:ln w="38100" cap="sq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pt-BR" altLang="en-US" sz="12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584" name="AutoShape 82">
                  <a:extLst>
                    <a:ext uri="{FF2B5EF4-FFF2-40B4-BE49-F238E27FC236}">
                      <a16:creationId xmlns:a16="http://schemas.microsoft.com/office/drawing/2014/main" id="{F5E956B1-570B-F649-723D-FAF0314A0D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8" y="1724"/>
                  <a:ext cx="48" cy="48"/>
                </a:xfrm>
                <a:prstGeom prst="flowChartConnector">
                  <a:avLst/>
                </a:prstGeom>
                <a:solidFill>
                  <a:srgbClr val="969696">
                    <a:alpha val="50195"/>
                  </a:srgbClr>
                </a:solidFill>
                <a:ln w="38100" cap="sq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pt-BR" altLang="en-US" sz="12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585" name="AutoShape 83">
                  <a:extLst>
                    <a:ext uri="{FF2B5EF4-FFF2-40B4-BE49-F238E27FC236}">
                      <a16:creationId xmlns:a16="http://schemas.microsoft.com/office/drawing/2014/main" id="{40DA7E87-74A6-2897-A6BC-0A011DAE2A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06" y="1724"/>
                  <a:ext cx="48" cy="48"/>
                </a:xfrm>
                <a:prstGeom prst="flowChartConnector">
                  <a:avLst/>
                </a:prstGeom>
                <a:solidFill>
                  <a:srgbClr val="969696">
                    <a:alpha val="50195"/>
                  </a:srgbClr>
                </a:solidFill>
                <a:ln w="38100" cap="sq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pt-BR" altLang="en-US" sz="12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586" name="AutoShape 84">
                  <a:extLst>
                    <a:ext uri="{FF2B5EF4-FFF2-40B4-BE49-F238E27FC236}">
                      <a16:creationId xmlns:a16="http://schemas.microsoft.com/office/drawing/2014/main" id="{CFD80F4A-32D1-A15E-1AE1-AF4AD793F9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2" y="1848"/>
                  <a:ext cx="48" cy="48"/>
                </a:xfrm>
                <a:prstGeom prst="flowChartConnector">
                  <a:avLst/>
                </a:prstGeom>
                <a:solidFill>
                  <a:srgbClr val="969696">
                    <a:alpha val="50195"/>
                  </a:srgbClr>
                </a:solidFill>
                <a:ln w="38100" cap="sq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pt-BR" altLang="en-US" sz="12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587" name="AutoShape 85">
                  <a:extLst>
                    <a:ext uri="{FF2B5EF4-FFF2-40B4-BE49-F238E27FC236}">
                      <a16:creationId xmlns:a16="http://schemas.microsoft.com/office/drawing/2014/main" id="{CD98D807-4E63-BC39-4E1C-30A32D1CFE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36" y="1724"/>
                  <a:ext cx="48" cy="48"/>
                </a:xfrm>
                <a:prstGeom prst="flowChartConnector">
                  <a:avLst/>
                </a:prstGeom>
                <a:solidFill>
                  <a:srgbClr val="969696">
                    <a:alpha val="50195"/>
                  </a:srgbClr>
                </a:solidFill>
                <a:ln w="38100" cap="sq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pt-BR" altLang="en-US" sz="12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588" name="AutoShape 86">
                  <a:extLst>
                    <a:ext uri="{FF2B5EF4-FFF2-40B4-BE49-F238E27FC236}">
                      <a16:creationId xmlns:a16="http://schemas.microsoft.com/office/drawing/2014/main" id="{B7293778-F7D5-2344-0904-A6C392EAE3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20" y="1724"/>
                  <a:ext cx="48" cy="48"/>
                </a:xfrm>
                <a:prstGeom prst="flowChartConnector">
                  <a:avLst/>
                </a:prstGeom>
                <a:solidFill>
                  <a:srgbClr val="969696">
                    <a:alpha val="50195"/>
                  </a:srgbClr>
                </a:solidFill>
                <a:ln w="38100" cap="sq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pt-BR" altLang="en-US" sz="12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589" name="Line 87">
                  <a:extLst>
                    <a:ext uri="{FF2B5EF4-FFF2-40B4-BE49-F238E27FC236}">
                      <a16:creationId xmlns:a16="http://schemas.microsoft.com/office/drawing/2014/main" id="{788DEA1D-C1D8-6A9E-6C61-EAD595D947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78" y="1252"/>
                  <a:ext cx="32" cy="204"/>
                </a:xfrm>
                <a:prstGeom prst="line">
                  <a:avLst/>
                </a:prstGeom>
                <a:noFill/>
                <a:ln w="38100" cap="sq">
                  <a:solidFill>
                    <a:schemeClr val="accent2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590" name="Line 88">
                  <a:extLst>
                    <a:ext uri="{FF2B5EF4-FFF2-40B4-BE49-F238E27FC236}">
                      <a16:creationId xmlns:a16="http://schemas.microsoft.com/office/drawing/2014/main" id="{C8EA6E38-DB68-54D0-FCA9-506CEC754E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10" y="1496"/>
                  <a:ext cx="48" cy="92"/>
                </a:xfrm>
                <a:prstGeom prst="line">
                  <a:avLst/>
                </a:prstGeom>
                <a:noFill/>
                <a:ln w="38100" cap="sq">
                  <a:solidFill>
                    <a:schemeClr val="accent2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591" name="Line 89">
                  <a:extLst>
                    <a:ext uri="{FF2B5EF4-FFF2-40B4-BE49-F238E27FC236}">
                      <a16:creationId xmlns:a16="http://schemas.microsoft.com/office/drawing/2014/main" id="{0E2DED0A-419A-A5BA-1B30-90D7348991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62" y="1496"/>
                  <a:ext cx="22" cy="228"/>
                </a:xfrm>
                <a:prstGeom prst="line">
                  <a:avLst/>
                </a:prstGeom>
                <a:noFill/>
                <a:ln w="38100" cap="sq">
                  <a:solidFill>
                    <a:schemeClr val="accent2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592" name="Line 90">
                  <a:extLst>
                    <a:ext uri="{FF2B5EF4-FFF2-40B4-BE49-F238E27FC236}">
                      <a16:creationId xmlns:a16="http://schemas.microsoft.com/office/drawing/2014/main" id="{F0B5184A-D301-4929-FE77-84E273D40F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34" y="1772"/>
                  <a:ext cx="48" cy="76"/>
                </a:xfrm>
                <a:prstGeom prst="line">
                  <a:avLst/>
                </a:prstGeom>
                <a:noFill/>
                <a:ln w="38100" cap="sq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593" name="Line 91">
                  <a:extLst>
                    <a:ext uri="{FF2B5EF4-FFF2-40B4-BE49-F238E27FC236}">
                      <a16:creationId xmlns:a16="http://schemas.microsoft.com/office/drawing/2014/main" id="{EFBE67AB-87DC-219A-91CE-B0E262AA83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42" y="1252"/>
                  <a:ext cx="112" cy="196"/>
                </a:xfrm>
                <a:prstGeom prst="line">
                  <a:avLst/>
                </a:prstGeom>
                <a:noFill/>
                <a:ln w="38100" cap="sq">
                  <a:solidFill>
                    <a:schemeClr val="accent2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594" name="Line 92">
                  <a:extLst>
                    <a:ext uri="{FF2B5EF4-FFF2-40B4-BE49-F238E27FC236}">
                      <a16:creationId xmlns:a16="http://schemas.microsoft.com/office/drawing/2014/main" id="{6F13D7FA-F787-F389-95E5-10D3B6949C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66" y="1500"/>
                  <a:ext cx="32" cy="88"/>
                </a:xfrm>
                <a:prstGeom prst="line">
                  <a:avLst/>
                </a:prstGeom>
                <a:noFill/>
                <a:ln w="38100" cap="sq">
                  <a:solidFill>
                    <a:schemeClr val="accent2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595" name="Line 93">
                  <a:extLst>
                    <a:ext uri="{FF2B5EF4-FFF2-40B4-BE49-F238E27FC236}">
                      <a16:creationId xmlns:a16="http://schemas.microsoft.com/office/drawing/2014/main" id="{2B080727-7D75-4290-1ED4-03D84BA8B9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88" y="1642"/>
                  <a:ext cx="30" cy="78"/>
                </a:xfrm>
                <a:prstGeom prst="line">
                  <a:avLst/>
                </a:prstGeom>
                <a:noFill/>
                <a:ln w="38100" cap="sq">
                  <a:solidFill>
                    <a:schemeClr val="accent2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596" name="Line 94">
                  <a:extLst>
                    <a:ext uri="{FF2B5EF4-FFF2-40B4-BE49-F238E27FC236}">
                      <a16:creationId xmlns:a16="http://schemas.microsoft.com/office/drawing/2014/main" id="{7DD80C3B-05E6-1A8F-7393-C432AE4AA2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08" y="1642"/>
                  <a:ext cx="0" cy="196"/>
                </a:xfrm>
                <a:prstGeom prst="line">
                  <a:avLst/>
                </a:prstGeom>
                <a:noFill/>
                <a:ln w="38100" cap="sq">
                  <a:solidFill>
                    <a:schemeClr val="accent2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597" name="Line 95">
                  <a:extLst>
                    <a:ext uri="{FF2B5EF4-FFF2-40B4-BE49-F238E27FC236}">
                      <a16:creationId xmlns:a16="http://schemas.microsoft.com/office/drawing/2014/main" id="{6F6FC4A7-3A6A-B598-47A2-68FB76F11B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90" y="1470"/>
                  <a:ext cx="8" cy="152"/>
                </a:xfrm>
                <a:prstGeom prst="line">
                  <a:avLst/>
                </a:prstGeom>
                <a:noFill/>
                <a:ln w="38100" cap="sq">
                  <a:solidFill>
                    <a:schemeClr val="accent2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598" name="Line 96">
                  <a:extLst>
                    <a:ext uri="{FF2B5EF4-FFF2-40B4-BE49-F238E27FC236}">
                      <a16:creationId xmlns:a16="http://schemas.microsoft.com/office/drawing/2014/main" id="{E95B19DB-1659-5739-C1BB-B036BB2D44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96" y="1352"/>
                  <a:ext cx="30" cy="98"/>
                </a:xfrm>
                <a:prstGeom prst="line">
                  <a:avLst/>
                </a:prstGeom>
                <a:noFill/>
                <a:ln w="38100" cap="sq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599" name="Line 97">
                  <a:extLst>
                    <a:ext uri="{FF2B5EF4-FFF2-40B4-BE49-F238E27FC236}">
                      <a16:creationId xmlns:a16="http://schemas.microsoft.com/office/drawing/2014/main" id="{3358CF3B-E310-B04B-A752-4C8F9F956A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24" y="1338"/>
                  <a:ext cx="110" cy="116"/>
                </a:xfrm>
                <a:prstGeom prst="line">
                  <a:avLst/>
                </a:prstGeom>
                <a:noFill/>
                <a:ln w="38100" cap="sq">
                  <a:solidFill>
                    <a:schemeClr val="accent2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600" name="Line 98">
                  <a:extLst>
                    <a:ext uri="{FF2B5EF4-FFF2-40B4-BE49-F238E27FC236}">
                      <a16:creationId xmlns:a16="http://schemas.microsoft.com/office/drawing/2014/main" id="{CAE58641-F962-3607-9B01-AF54DBAA41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80" y="1500"/>
                  <a:ext cx="50" cy="88"/>
                </a:xfrm>
                <a:prstGeom prst="line">
                  <a:avLst/>
                </a:prstGeom>
                <a:noFill/>
                <a:ln w="38100" cap="sq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601" name="Line 99">
                  <a:extLst>
                    <a:ext uri="{FF2B5EF4-FFF2-40B4-BE49-F238E27FC236}">
                      <a16:creationId xmlns:a16="http://schemas.microsoft.com/office/drawing/2014/main" id="{99CC5E09-7564-52C3-AB5C-01A2B75559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76" y="1644"/>
                  <a:ext cx="58" cy="84"/>
                </a:xfrm>
                <a:prstGeom prst="line">
                  <a:avLst/>
                </a:prstGeom>
                <a:noFill/>
                <a:ln w="38100" cap="sq">
                  <a:solidFill>
                    <a:schemeClr val="accent2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602" name="Line 100">
                  <a:extLst>
                    <a:ext uri="{FF2B5EF4-FFF2-40B4-BE49-F238E27FC236}">
                      <a16:creationId xmlns:a16="http://schemas.microsoft.com/office/drawing/2014/main" id="{55C44E02-1D6D-43A8-BF9A-40AB41011B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28" y="1642"/>
                  <a:ext cx="30" cy="76"/>
                </a:xfrm>
                <a:prstGeom prst="line">
                  <a:avLst/>
                </a:prstGeom>
                <a:noFill/>
                <a:ln w="38100" cap="sq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603" name="Line 101">
                  <a:extLst>
                    <a:ext uri="{FF2B5EF4-FFF2-40B4-BE49-F238E27FC236}">
                      <a16:creationId xmlns:a16="http://schemas.microsoft.com/office/drawing/2014/main" id="{EEF89C7D-0F92-C369-1011-0EAFE18B1D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26" y="1774"/>
                  <a:ext cx="82" cy="78"/>
                </a:xfrm>
                <a:prstGeom prst="line">
                  <a:avLst/>
                </a:prstGeom>
                <a:noFill/>
                <a:ln w="38100" cap="sq">
                  <a:solidFill>
                    <a:schemeClr val="accent2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604" name="Line 102">
                  <a:extLst>
                    <a:ext uri="{FF2B5EF4-FFF2-40B4-BE49-F238E27FC236}">
                      <a16:creationId xmlns:a16="http://schemas.microsoft.com/office/drawing/2014/main" id="{360CB008-5E10-8F69-B087-F27A110DE6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48" y="1162"/>
                  <a:ext cx="180" cy="50"/>
                </a:xfrm>
                <a:prstGeom prst="line">
                  <a:avLst/>
                </a:prstGeom>
                <a:noFill/>
                <a:ln w="38100" cap="sq">
                  <a:solidFill>
                    <a:schemeClr val="accent2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605" name="Line 103">
                  <a:extLst>
                    <a:ext uri="{FF2B5EF4-FFF2-40B4-BE49-F238E27FC236}">
                      <a16:creationId xmlns:a16="http://schemas.microsoft.com/office/drawing/2014/main" id="{D8057DF6-BCE2-0E22-8131-7F6E5DCD6A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68" y="1160"/>
                  <a:ext cx="28" cy="134"/>
                </a:xfrm>
                <a:prstGeom prst="line">
                  <a:avLst/>
                </a:prstGeom>
                <a:noFill/>
                <a:ln w="38100" cap="sq">
                  <a:solidFill>
                    <a:schemeClr val="accent2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606" name="AutoShape 104">
                  <a:extLst>
                    <a:ext uri="{FF2B5EF4-FFF2-40B4-BE49-F238E27FC236}">
                      <a16:creationId xmlns:a16="http://schemas.microsoft.com/office/drawing/2014/main" id="{307C02A7-09CB-599C-BDB2-DDE856D5A1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6" y="1948"/>
                  <a:ext cx="48" cy="48"/>
                </a:xfrm>
                <a:prstGeom prst="flowChartConnector">
                  <a:avLst/>
                </a:prstGeom>
                <a:solidFill>
                  <a:srgbClr val="969696">
                    <a:alpha val="50195"/>
                  </a:srgbClr>
                </a:solidFill>
                <a:ln w="38100" cap="sq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pt-BR" altLang="en-US" sz="12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607" name="AutoShape 105">
                  <a:extLst>
                    <a:ext uri="{FF2B5EF4-FFF2-40B4-BE49-F238E27FC236}">
                      <a16:creationId xmlns:a16="http://schemas.microsoft.com/office/drawing/2014/main" id="{54FE7B45-D32B-28C2-0FA8-B6DB6BFD79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8" y="1978"/>
                  <a:ext cx="48" cy="48"/>
                </a:xfrm>
                <a:prstGeom prst="flowChartConnector">
                  <a:avLst/>
                </a:prstGeom>
                <a:solidFill>
                  <a:srgbClr val="969696">
                    <a:alpha val="50195"/>
                  </a:srgbClr>
                </a:solidFill>
                <a:ln w="38100" cap="sq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pt-BR" altLang="en-US" sz="12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608" name="AutoShape 106">
                  <a:extLst>
                    <a:ext uri="{FF2B5EF4-FFF2-40B4-BE49-F238E27FC236}">
                      <a16:creationId xmlns:a16="http://schemas.microsoft.com/office/drawing/2014/main" id="{368490C0-4FE9-BE7E-87AF-013FF8ECB7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76" y="2096"/>
                  <a:ext cx="48" cy="48"/>
                </a:xfrm>
                <a:prstGeom prst="flowChartConnector">
                  <a:avLst/>
                </a:prstGeom>
                <a:solidFill>
                  <a:srgbClr val="969696">
                    <a:alpha val="50195"/>
                  </a:srgbClr>
                </a:solidFill>
                <a:ln w="38100" cap="sq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pt-BR" altLang="en-US" sz="12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609" name="AutoShape 107">
                  <a:extLst>
                    <a:ext uri="{FF2B5EF4-FFF2-40B4-BE49-F238E27FC236}">
                      <a16:creationId xmlns:a16="http://schemas.microsoft.com/office/drawing/2014/main" id="{B3B0B29F-8979-2F7F-D10A-CF01B32391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66" y="1972"/>
                  <a:ext cx="48" cy="48"/>
                </a:xfrm>
                <a:prstGeom prst="flowChartConnector">
                  <a:avLst/>
                </a:prstGeom>
                <a:solidFill>
                  <a:srgbClr val="969696">
                    <a:alpha val="50195"/>
                  </a:srgbClr>
                </a:solidFill>
                <a:ln w="38100" cap="sq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pt-BR" altLang="en-US" sz="12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610" name="AutoShape 108">
                  <a:extLst>
                    <a:ext uri="{FF2B5EF4-FFF2-40B4-BE49-F238E27FC236}">
                      <a16:creationId xmlns:a16="http://schemas.microsoft.com/office/drawing/2014/main" id="{B6094DFE-1F3C-E484-DDEE-CCF341227F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72" y="1616"/>
                  <a:ext cx="48" cy="48"/>
                </a:xfrm>
                <a:prstGeom prst="flowChartConnector">
                  <a:avLst/>
                </a:prstGeom>
                <a:solidFill>
                  <a:srgbClr val="969696">
                    <a:alpha val="50195"/>
                  </a:srgbClr>
                </a:solidFill>
                <a:ln w="38100" cap="sq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pt-BR" altLang="en-US" sz="12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611" name="Line 109">
                  <a:extLst>
                    <a:ext uri="{FF2B5EF4-FFF2-40B4-BE49-F238E27FC236}">
                      <a16:creationId xmlns:a16="http://schemas.microsoft.com/office/drawing/2014/main" id="{60EF14FA-6D1C-6C29-0065-2B8384ABD1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4" y="1774"/>
                  <a:ext cx="50" cy="174"/>
                </a:xfrm>
                <a:prstGeom prst="line">
                  <a:avLst/>
                </a:prstGeom>
                <a:noFill/>
                <a:ln w="38100" cap="sq">
                  <a:solidFill>
                    <a:schemeClr val="accent2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612" name="Line 110">
                  <a:extLst>
                    <a:ext uri="{FF2B5EF4-FFF2-40B4-BE49-F238E27FC236}">
                      <a16:creationId xmlns:a16="http://schemas.microsoft.com/office/drawing/2014/main" id="{1531A562-E5A8-CA2B-9E10-8CBCA533C9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84" y="1892"/>
                  <a:ext cx="54" cy="64"/>
                </a:xfrm>
                <a:prstGeom prst="line">
                  <a:avLst/>
                </a:prstGeom>
                <a:noFill/>
                <a:ln w="38100" cap="sq">
                  <a:solidFill>
                    <a:schemeClr val="accent2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613" name="Line 111">
                  <a:extLst>
                    <a:ext uri="{FF2B5EF4-FFF2-40B4-BE49-F238E27FC236}">
                      <a16:creationId xmlns:a16="http://schemas.microsoft.com/office/drawing/2014/main" id="{9FA9AB8F-4074-5F93-3F69-1893704FB3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46" y="2000"/>
                  <a:ext cx="220" cy="118"/>
                </a:xfrm>
                <a:prstGeom prst="line">
                  <a:avLst/>
                </a:prstGeom>
                <a:noFill/>
                <a:ln w="38100" cap="sq">
                  <a:solidFill>
                    <a:schemeClr val="accent2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614" name="Line 112">
                  <a:extLst>
                    <a:ext uri="{FF2B5EF4-FFF2-40B4-BE49-F238E27FC236}">
                      <a16:creationId xmlns:a16="http://schemas.microsoft.com/office/drawing/2014/main" id="{12AE51B5-600A-5A1E-65D0-5D13E5DFFC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96" y="1898"/>
                  <a:ext cx="6" cy="78"/>
                </a:xfrm>
                <a:prstGeom prst="line">
                  <a:avLst/>
                </a:prstGeom>
                <a:noFill/>
                <a:ln w="38100" cap="sq">
                  <a:solidFill>
                    <a:schemeClr val="accent2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615" name="Line 113">
                  <a:extLst>
                    <a:ext uri="{FF2B5EF4-FFF2-40B4-BE49-F238E27FC236}">
                      <a16:creationId xmlns:a16="http://schemas.microsoft.com/office/drawing/2014/main" id="{3A1B99B9-365A-B675-4FAB-FED904DE73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66" y="1782"/>
                  <a:ext cx="78" cy="190"/>
                </a:xfrm>
                <a:prstGeom prst="line">
                  <a:avLst/>
                </a:prstGeom>
                <a:noFill/>
                <a:ln w="38100" cap="sq">
                  <a:solidFill>
                    <a:schemeClr val="accent2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616" name="Line 114">
                  <a:extLst>
                    <a:ext uri="{FF2B5EF4-FFF2-40B4-BE49-F238E27FC236}">
                      <a16:creationId xmlns:a16="http://schemas.microsoft.com/office/drawing/2014/main" id="{F2703B41-69C4-A4BA-3E03-42BEEF8B38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14" y="2028"/>
                  <a:ext cx="28" cy="70"/>
                </a:xfrm>
                <a:prstGeom prst="line">
                  <a:avLst/>
                </a:prstGeom>
                <a:noFill/>
                <a:ln w="38100" cap="sq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617" name="Line 115">
                  <a:extLst>
                    <a:ext uri="{FF2B5EF4-FFF2-40B4-BE49-F238E27FC236}">
                      <a16:creationId xmlns:a16="http://schemas.microsoft.com/office/drawing/2014/main" id="{87685DFF-E1A6-7636-F1CB-67D814F879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90" y="2024"/>
                  <a:ext cx="100" cy="86"/>
                </a:xfrm>
                <a:prstGeom prst="line">
                  <a:avLst/>
                </a:prstGeom>
                <a:noFill/>
                <a:ln w="38100" cap="sq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618" name="Line 116">
                  <a:extLst>
                    <a:ext uri="{FF2B5EF4-FFF2-40B4-BE49-F238E27FC236}">
                      <a16:creationId xmlns:a16="http://schemas.microsoft.com/office/drawing/2014/main" id="{4FC6BBE7-EFDF-9FF5-85CB-B3F9658960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4" y="1250"/>
                  <a:ext cx="94" cy="172"/>
                </a:xfrm>
                <a:prstGeom prst="line">
                  <a:avLst/>
                </a:prstGeom>
                <a:noFill/>
                <a:ln w="38100" cap="sq">
                  <a:solidFill>
                    <a:schemeClr val="accent2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619" name="AutoShape 117">
                  <a:extLst>
                    <a:ext uri="{FF2B5EF4-FFF2-40B4-BE49-F238E27FC236}">
                      <a16:creationId xmlns:a16="http://schemas.microsoft.com/office/drawing/2014/main" id="{F5128659-531A-F6A5-129B-72A9B1950B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1568" y="1416"/>
                  <a:ext cx="48" cy="48"/>
                </a:xfrm>
                <a:prstGeom prst="flowChartConnector">
                  <a:avLst/>
                </a:prstGeom>
                <a:solidFill>
                  <a:srgbClr val="969696">
                    <a:alpha val="50195"/>
                  </a:srgbClr>
                </a:solidFill>
                <a:ln w="38100" cap="sq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pt-BR" altLang="en-US" sz="12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620" name="AutoShape 118">
                  <a:extLst>
                    <a:ext uri="{FF2B5EF4-FFF2-40B4-BE49-F238E27FC236}">
                      <a16:creationId xmlns:a16="http://schemas.microsoft.com/office/drawing/2014/main" id="{EDBE45A0-D1AC-18CF-71ED-D9A4523F33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64" y="1208"/>
                  <a:ext cx="48" cy="48"/>
                </a:xfrm>
                <a:prstGeom prst="flowChartConnector">
                  <a:avLst/>
                </a:prstGeom>
                <a:solidFill>
                  <a:srgbClr val="969696">
                    <a:alpha val="50195"/>
                  </a:srgbClr>
                </a:solidFill>
                <a:ln w="38100" cap="sq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pt-BR" altLang="en-US" sz="12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621" name="Line 119">
                  <a:extLst>
                    <a:ext uri="{FF2B5EF4-FFF2-40B4-BE49-F238E27FC236}">
                      <a16:creationId xmlns:a16="http://schemas.microsoft.com/office/drawing/2014/main" id="{A19D1D4C-4A98-38F7-5283-381CD4C366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78" y="1140"/>
                  <a:ext cx="182" cy="76"/>
                </a:xfrm>
                <a:prstGeom prst="line">
                  <a:avLst/>
                </a:prstGeom>
                <a:noFill/>
                <a:ln w="38100" cap="sq">
                  <a:solidFill>
                    <a:schemeClr val="accent2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622" name="Line 120">
                  <a:extLst>
                    <a:ext uri="{FF2B5EF4-FFF2-40B4-BE49-F238E27FC236}">
                      <a16:creationId xmlns:a16="http://schemas.microsoft.com/office/drawing/2014/main" id="{BD74EA60-720F-8E84-ADB0-F746844AB6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18" y="1498"/>
                  <a:ext cx="40" cy="96"/>
                </a:xfrm>
                <a:prstGeom prst="line">
                  <a:avLst/>
                </a:prstGeom>
                <a:noFill/>
                <a:ln w="38100" cap="sq">
                  <a:solidFill>
                    <a:schemeClr val="accent2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623" name="AutoShape 121">
                  <a:extLst>
                    <a:ext uri="{FF2B5EF4-FFF2-40B4-BE49-F238E27FC236}">
                      <a16:creationId xmlns:a16="http://schemas.microsoft.com/office/drawing/2014/main" id="{1127A067-FCD0-4E59-5636-C7D25C7FAA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0" y="1844"/>
                  <a:ext cx="48" cy="48"/>
                </a:xfrm>
                <a:prstGeom prst="flowChartConnector">
                  <a:avLst/>
                </a:prstGeom>
                <a:solidFill>
                  <a:srgbClr val="969696">
                    <a:alpha val="50195"/>
                  </a:srgbClr>
                </a:solidFill>
                <a:ln w="38100" cap="sq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pt-BR" altLang="en-US" sz="12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624" name="Line 122">
                  <a:extLst>
                    <a:ext uri="{FF2B5EF4-FFF2-40B4-BE49-F238E27FC236}">
                      <a16:creationId xmlns:a16="http://schemas.microsoft.com/office/drawing/2014/main" id="{A3F45DBB-2782-265F-5DB9-36F4C2FC6D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558" y="1666"/>
                  <a:ext cx="32" cy="172"/>
                </a:xfrm>
                <a:prstGeom prst="line">
                  <a:avLst/>
                </a:prstGeom>
                <a:noFill/>
                <a:ln w="38100" cap="sq">
                  <a:solidFill>
                    <a:schemeClr val="accent2"/>
                  </a:solidFill>
                  <a:round/>
                  <a:headEnd type="non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625" name="AutoShape 123">
                  <a:extLst>
                    <a:ext uri="{FF2B5EF4-FFF2-40B4-BE49-F238E27FC236}">
                      <a16:creationId xmlns:a16="http://schemas.microsoft.com/office/drawing/2014/main" id="{47B2F11F-2A3F-D06D-6530-CA4583FBDC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2" y="1956"/>
                  <a:ext cx="48" cy="48"/>
                </a:xfrm>
                <a:prstGeom prst="flowChartConnector">
                  <a:avLst/>
                </a:prstGeom>
                <a:solidFill>
                  <a:srgbClr val="969696">
                    <a:alpha val="50195"/>
                  </a:srgbClr>
                </a:solidFill>
                <a:ln w="38100" cap="sq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pt-BR" altLang="en-US" sz="12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626" name="Line 124">
                  <a:extLst>
                    <a:ext uri="{FF2B5EF4-FFF2-40B4-BE49-F238E27FC236}">
                      <a16:creationId xmlns:a16="http://schemas.microsoft.com/office/drawing/2014/main" id="{334DF2BE-06FF-5F9B-115B-3C48A423A5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326" y="1998"/>
                  <a:ext cx="128" cy="118"/>
                </a:xfrm>
                <a:prstGeom prst="line">
                  <a:avLst/>
                </a:prstGeom>
                <a:noFill/>
                <a:ln w="38100" cap="sq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627" name="Freeform 125">
                  <a:extLst>
                    <a:ext uri="{FF2B5EF4-FFF2-40B4-BE49-F238E27FC236}">
                      <a16:creationId xmlns:a16="http://schemas.microsoft.com/office/drawing/2014/main" id="{A95EBE98-0B9B-F11A-D9A2-178F887862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78" y="1476"/>
                  <a:ext cx="126" cy="515"/>
                </a:xfrm>
                <a:custGeom>
                  <a:avLst/>
                  <a:gdLst>
                    <a:gd name="T0" fmla="*/ 126 w 126"/>
                    <a:gd name="T1" fmla="*/ 504 h 515"/>
                    <a:gd name="T2" fmla="*/ 34 w 126"/>
                    <a:gd name="T3" fmla="*/ 460 h 515"/>
                    <a:gd name="T4" fmla="*/ 18 w 126"/>
                    <a:gd name="T5" fmla="*/ 424 h 515"/>
                    <a:gd name="T6" fmla="*/ 10 w 126"/>
                    <a:gd name="T7" fmla="*/ 400 h 515"/>
                    <a:gd name="T8" fmla="*/ 6 w 126"/>
                    <a:gd name="T9" fmla="*/ 88 h 515"/>
                    <a:gd name="T10" fmla="*/ 42 w 126"/>
                    <a:gd name="T11" fmla="*/ 24 h 515"/>
                    <a:gd name="T12" fmla="*/ 78 w 126"/>
                    <a:gd name="T13" fmla="*/ 0 h 5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26" h="515">
                      <a:moveTo>
                        <a:pt x="126" y="504"/>
                      </a:moveTo>
                      <a:cubicBezTo>
                        <a:pt x="93" y="515"/>
                        <a:pt x="48" y="493"/>
                        <a:pt x="34" y="460"/>
                      </a:cubicBezTo>
                      <a:cubicBezTo>
                        <a:pt x="30" y="451"/>
                        <a:pt x="22" y="434"/>
                        <a:pt x="18" y="424"/>
                      </a:cubicBezTo>
                      <a:cubicBezTo>
                        <a:pt x="15" y="416"/>
                        <a:pt x="10" y="400"/>
                        <a:pt x="10" y="400"/>
                      </a:cubicBezTo>
                      <a:cubicBezTo>
                        <a:pt x="0" y="295"/>
                        <a:pt x="0" y="195"/>
                        <a:pt x="6" y="88"/>
                      </a:cubicBezTo>
                      <a:cubicBezTo>
                        <a:pt x="7" y="69"/>
                        <a:pt x="24" y="30"/>
                        <a:pt x="42" y="24"/>
                      </a:cubicBezTo>
                      <a:cubicBezTo>
                        <a:pt x="54" y="6"/>
                        <a:pt x="65" y="13"/>
                        <a:pt x="78" y="0"/>
                      </a:cubicBezTo>
                    </a:path>
                  </a:pathLst>
                </a:custGeom>
                <a:noFill/>
                <a:ln w="38100" cap="sq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628" name="Freeform 126">
                  <a:extLst>
                    <a:ext uri="{FF2B5EF4-FFF2-40B4-BE49-F238E27FC236}">
                      <a16:creationId xmlns:a16="http://schemas.microsoft.com/office/drawing/2014/main" id="{22D7627E-B6C0-AE8B-323B-E94226513C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2" y="1444"/>
                  <a:ext cx="114" cy="420"/>
                </a:xfrm>
                <a:custGeom>
                  <a:avLst/>
                  <a:gdLst>
                    <a:gd name="T0" fmla="*/ 0 w 114"/>
                    <a:gd name="T1" fmla="*/ 420 h 420"/>
                    <a:gd name="T2" fmla="*/ 76 w 114"/>
                    <a:gd name="T3" fmla="*/ 360 h 420"/>
                    <a:gd name="T4" fmla="*/ 108 w 114"/>
                    <a:gd name="T5" fmla="*/ 68 h 420"/>
                    <a:gd name="T6" fmla="*/ 40 w 114"/>
                    <a:gd name="T7" fmla="*/ 0 h 42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14" h="420">
                      <a:moveTo>
                        <a:pt x="0" y="420"/>
                      </a:moveTo>
                      <a:cubicBezTo>
                        <a:pt x="29" y="419"/>
                        <a:pt x="58" y="419"/>
                        <a:pt x="76" y="360"/>
                      </a:cubicBezTo>
                      <a:cubicBezTo>
                        <a:pt x="94" y="301"/>
                        <a:pt x="114" y="128"/>
                        <a:pt x="108" y="68"/>
                      </a:cubicBezTo>
                      <a:cubicBezTo>
                        <a:pt x="102" y="8"/>
                        <a:pt x="71" y="4"/>
                        <a:pt x="40" y="0"/>
                      </a:cubicBezTo>
                    </a:path>
                  </a:pathLst>
                </a:custGeom>
                <a:noFill/>
                <a:ln w="38100" cap="sq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66573" name="TextBox 2">
                <a:extLst>
                  <a:ext uri="{FF2B5EF4-FFF2-40B4-BE49-F238E27FC236}">
                    <a16:creationId xmlns:a16="http://schemas.microsoft.com/office/drawing/2014/main" id="{8AB20154-92F0-33D6-3042-2E00A830B1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495883" y="2882264"/>
                <a:ext cx="2234919" cy="4924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2600">
                    <a:cs typeface="Arial" panose="020B0604020202020204" pitchFamily="34" charset="0"/>
                  </a:rPr>
                  <a:t>Specification</a:t>
                </a:r>
                <a:endParaRPr lang="pt-BR" altLang="en-US" sz="2600"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6566" name="Right Arrow 128">
              <a:extLst>
                <a:ext uri="{FF2B5EF4-FFF2-40B4-BE49-F238E27FC236}">
                  <a16:creationId xmlns:a16="http://schemas.microsoft.com/office/drawing/2014/main" id="{D9C9284B-4830-4923-A8BF-9B9F1EA4D33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080000">
              <a:off x="2874506" y="2657600"/>
              <a:ext cx="245388" cy="458539"/>
            </a:xfrm>
            <a:prstGeom prst="rightArrow">
              <a:avLst>
                <a:gd name="adj1" fmla="val 50000"/>
                <a:gd name="adj2" fmla="val 50083"/>
              </a:avLst>
            </a:prstGeom>
            <a:solidFill>
              <a:schemeClr val="accent1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bIns="0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1200">
                <a:cs typeface="Arial" panose="020B0604020202020204" pitchFamily="34" charset="0"/>
              </a:endParaRPr>
            </a:p>
          </p:txBody>
        </p:sp>
      </p:grpSp>
      <p:sp>
        <p:nvSpPr>
          <p:cNvPr id="66564" name="Text Box 131">
            <a:extLst>
              <a:ext uri="{FF2B5EF4-FFF2-40B4-BE49-F238E27FC236}">
                <a16:creationId xmlns:a16="http://schemas.microsoft.com/office/drawing/2014/main" id="{B3A283F0-C828-0CC9-DA13-4C30FAA4E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5788" y="3454400"/>
            <a:ext cx="1965325" cy="1323975"/>
          </a:xfrm>
          <a:prstGeom prst="rect">
            <a:avLst/>
          </a:prstGeom>
          <a:solidFill>
            <a:srgbClr val="C0C0C0">
              <a:alpha val="50195"/>
            </a:srgb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cs typeface="Arial" panose="020B0604020202020204" pitchFamily="34" charset="0"/>
              </a:rPr>
              <a:t>Line 5: …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Line 12: …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…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Line 41:…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21E42982-A3F0-2D6C-5926-8EA1C4961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438" y="228600"/>
            <a:ext cx="7729537" cy="1189038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000000"/>
                </a:solidFill>
                <a:cs typeface="Arial"/>
              </a:rPr>
              <a:t>Bounded Model Checking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DDF85FB1-4179-B48A-A2CB-1596B47313E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4724400" y="3124200"/>
            <a:ext cx="4270375" cy="3400425"/>
          </a:xfrm>
        </p:spPr>
        <p:txBody>
          <a:bodyPr>
            <a:noAutofit/>
          </a:bodyPr>
          <a:lstStyle/>
          <a:p>
            <a:pPr>
              <a:buClrTx/>
              <a:defRPr/>
            </a:pPr>
            <a:r>
              <a:rPr lang="en-GB" sz="2800" dirty="0">
                <a:latin typeface="Arial"/>
                <a:cs typeface="Arial"/>
              </a:rPr>
              <a:t>Bounded model checkers explore the state space in depth</a:t>
            </a:r>
          </a:p>
          <a:p>
            <a:pPr>
              <a:buClrTx/>
              <a:defRPr/>
            </a:pPr>
            <a:endParaRPr lang="en-US" sz="1400" dirty="0">
              <a:latin typeface="Arial"/>
              <a:cs typeface="Arial"/>
            </a:endParaRPr>
          </a:p>
          <a:p>
            <a:pPr>
              <a:buClrTx/>
              <a:defRPr/>
            </a:pPr>
            <a:r>
              <a:rPr lang="en-GB" sz="2800" dirty="0">
                <a:latin typeface="Arial"/>
                <a:cs typeface="Arial"/>
              </a:rPr>
              <a:t>Can only prove correctness if all states are reachable within the bound</a:t>
            </a:r>
          </a:p>
        </p:txBody>
      </p:sp>
      <p:grpSp>
        <p:nvGrpSpPr>
          <p:cNvPr id="68611" name="Group 5">
            <a:extLst>
              <a:ext uri="{FF2B5EF4-FFF2-40B4-BE49-F238E27FC236}">
                <a16:creationId xmlns:a16="http://schemas.microsoft.com/office/drawing/2014/main" id="{5A399774-1954-F60F-B6AB-22CF977676FA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200400"/>
            <a:ext cx="3071813" cy="3200400"/>
            <a:chOff x="1283595" y="2175625"/>
            <a:chExt cx="3072381" cy="3200958"/>
          </a:xfrm>
        </p:grpSpPr>
        <p:grpSp>
          <p:nvGrpSpPr>
            <p:cNvPr id="68613" name="Group 71">
              <a:extLst>
                <a:ext uri="{FF2B5EF4-FFF2-40B4-BE49-F238E27FC236}">
                  <a16:creationId xmlns:a16="http://schemas.microsoft.com/office/drawing/2014/main" id="{692161F0-FCFF-BA16-F757-A984FEEBFA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9712" y="2175625"/>
              <a:ext cx="2160240" cy="3200958"/>
              <a:chOff x="878" y="1112"/>
              <a:chExt cx="808" cy="1032"/>
            </a:xfrm>
          </p:grpSpPr>
          <p:sp>
            <p:nvSpPr>
              <p:cNvPr id="68628" name="AutoShape 72">
                <a:extLst>
                  <a:ext uri="{FF2B5EF4-FFF2-40B4-BE49-F238E27FC236}">
                    <a16:creationId xmlns:a16="http://schemas.microsoft.com/office/drawing/2014/main" id="{17BB47E7-8B4D-D0EB-BBD6-AD69FE4D16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4" y="1112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900">
                  <a:cs typeface="Arial" panose="020B0604020202020204" pitchFamily="34" charset="0"/>
                </a:endParaRPr>
              </a:p>
            </p:txBody>
          </p:sp>
          <p:sp>
            <p:nvSpPr>
              <p:cNvPr id="68629" name="AutoShape 73">
                <a:extLst>
                  <a:ext uri="{FF2B5EF4-FFF2-40B4-BE49-F238E27FC236}">
                    <a16:creationId xmlns:a16="http://schemas.microsoft.com/office/drawing/2014/main" id="{C471AFBD-544C-1A23-636B-47BA839A4C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" y="1200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900">
                  <a:cs typeface="Arial" panose="020B0604020202020204" pitchFamily="34" charset="0"/>
                </a:endParaRPr>
              </a:p>
            </p:txBody>
          </p:sp>
          <p:sp>
            <p:nvSpPr>
              <p:cNvPr id="68630" name="AutoShape 74">
                <a:extLst>
                  <a:ext uri="{FF2B5EF4-FFF2-40B4-BE49-F238E27FC236}">
                    <a16:creationId xmlns:a16="http://schemas.microsoft.com/office/drawing/2014/main" id="{327F6157-7973-5A5D-777D-D259D04DFE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4" y="1300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900">
                  <a:cs typeface="Arial" panose="020B0604020202020204" pitchFamily="34" charset="0"/>
                </a:endParaRPr>
              </a:p>
            </p:txBody>
          </p:sp>
          <p:sp>
            <p:nvSpPr>
              <p:cNvPr id="68631" name="AutoShape 75">
                <a:extLst>
                  <a:ext uri="{FF2B5EF4-FFF2-40B4-BE49-F238E27FC236}">
                    <a16:creationId xmlns:a16="http://schemas.microsoft.com/office/drawing/2014/main" id="{6B97DD8E-F0A9-2C45-924C-8832E2D797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" y="1448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900">
                  <a:cs typeface="Arial" panose="020B0604020202020204" pitchFamily="34" charset="0"/>
                </a:endParaRPr>
              </a:p>
            </p:txBody>
          </p:sp>
          <p:sp>
            <p:nvSpPr>
              <p:cNvPr id="68632" name="AutoShape 76">
                <a:extLst>
                  <a:ext uri="{FF2B5EF4-FFF2-40B4-BE49-F238E27FC236}">
                    <a16:creationId xmlns:a16="http://schemas.microsoft.com/office/drawing/2014/main" id="{200BF985-31D4-4F0B-2D02-9FCBF86EC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4" y="1448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900">
                  <a:cs typeface="Arial" panose="020B0604020202020204" pitchFamily="34" charset="0"/>
                </a:endParaRPr>
              </a:p>
            </p:txBody>
          </p:sp>
          <p:sp>
            <p:nvSpPr>
              <p:cNvPr id="68633" name="AutoShape 77">
                <a:extLst>
                  <a:ext uri="{FF2B5EF4-FFF2-40B4-BE49-F238E27FC236}">
                    <a16:creationId xmlns:a16="http://schemas.microsoft.com/office/drawing/2014/main" id="{2A8D4598-E626-D29B-19D9-5C1222016C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8" y="1448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900">
                  <a:cs typeface="Arial" panose="020B0604020202020204" pitchFamily="34" charset="0"/>
                </a:endParaRPr>
              </a:p>
            </p:txBody>
          </p:sp>
          <p:sp>
            <p:nvSpPr>
              <p:cNvPr id="68634" name="AutoShape 78">
                <a:extLst>
                  <a:ext uri="{FF2B5EF4-FFF2-40B4-BE49-F238E27FC236}">
                    <a16:creationId xmlns:a16="http://schemas.microsoft.com/office/drawing/2014/main" id="{33A747A9-0B56-8313-756E-36A7D6CD2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0" y="1448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900">
                  <a:cs typeface="Arial" panose="020B0604020202020204" pitchFamily="34" charset="0"/>
                </a:endParaRPr>
              </a:p>
            </p:txBody>
          </p:sp>
          <p:sp>
            <p:nvSpPr>
              <p:cNvPr id="68635" name="AutoShape 79">
                <a:extLst>
                  <a:ext uri="{FF2B5EF4-FFF2-40B4-BE49-F238E27FC236}">
                    <a16:creationId xmlns:a16="http://schemas.microsoft.com/office/drawing/2014/main" id="{7E32F7BF-C4D2-EF5E-16B5-3312029720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8" y="1588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900">
                  <a:cs typeface="Arial" panose="020B0604020202020204" pitchFamily="34" charset="0"/>
                </a:endParaRPr>
              </a:p>
            </p:txBody>
          </p:sp>
          <p:sp>
            <p:nvSpPr>
              <p:cNvPr id="68636" name="AutoShape 80">
                <a:extLst>
                  <a:ext uri="{FF2B5EF4-FFF2-40B4-BE49-F238E27FC236}">
                    <a16:creationId xmlns:a16="http://schemas.microsoft.com/office/drawing/2014/main" id="{85C545BF-1BF1-42E4-95FF-49F8AE9372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6" y="1588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900">
                  <a:cs typeface="Arial" panose="020B0604020202020204" pitchFamily="34" charset="0"/>
                </a:endParaRPr>
              </a:p>
            </p:txBody>
          </p:sp>
          <p:sp>
            <p:nvSpPr>
              <p:cNvPr id="68637" name="AutoShape 81">
                <a:extLst>
                  <a:ext uri="{FF2B5EF4-FFF2-40B4-BE49-F238E27FC236}">
                    <a16:creationId xmlns:a16="http://schemas.microsoft.com/office/drawing/2014/main" id="{2586C3CC-5B53-EA80-8496-228BAC82DB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2" y="1588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900">
                  <a:cs typeface="Arial" panose="020B0604020202020204" pitchFamily="34" charset="0"/>
                </a:endParaRPr>
              </a:p>
            </p:txBody>
          </p:sp>
          <p:sp>
            <p:nvSpPr>
              <p:cNvPr id="68638" name="AutoShape 82">
                <a:extLst>
                  <a:ext uri="{FF2B5EF4-FFF2-40B4-BE49-F238E27FC236}">
                    <a16:creationId xmlns:a16="http://schemas.microsoft.com/office/drawing/2014/main" id="{27C657F7-5819-9192-8051-132DA1698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8" y="1724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900">
                  <a:cs typeface="Arial" panose="020B0604020202020204" pitchFamily="34" charset="0"/>
                </a:endParaRPr>
              </a:p>
            </p:txBody>
          </p:sp>
          <p:sp>
            <p:nvSpPr>
              <p:cNvPr id="68639" name="AutoShape 83">
                <a:extLst>
                  <a:ext uri="{FF2B5EF4-FFF2-40B4-BE49-F238E27FC236}">
                    <a16:creationId xmlns:a16="http://schemas.microsoft.com/office/drawing/2014/main" id="{D9FE04C1-6DAF-9B2D-319B-4DDABACD2E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6" y="1724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900">
                  <a:cs typeface="Arial" panose="020B0604020202020204" pitchFamily="34" charset="0"/>
                </a:endParaRPr>
              </a:p>
            </p:txBody>
          </p:sp>
          <p:sp>
            <p:nvSpPr>
              <p:cNvPr id="68640" name="AutoShape 84">
                <a:extLst>
                  <a:ext uri="{FF2B5EF4-FFF2-40B4-BE49-F238E27FC236}">
                    <a16:creationId xmlns:a16="http://schemas.microsoft.com/office/drawing/2014/main" id="{BDD9D11B-74EC-33B5-86F7-4F03928BF0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2" y="1848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900">
                  <a:cs typeface="Arial" panose="020B0604020202020204" pitchFamily="34" charset="0"/>
                </a:endParaRPr>
              </a:p>
            </p:txBody>
          </p:sp>
          <p:sp>
            <p:nvSpPr>
              <p:cNvPr id="68641" name="AutoShape 85">
                <a:extLst>
                  <a:ext uri="{FF2B5EF4-FFF2-40B4-BE49-F238E27FC236}">
                    <a16:creationId xmlns:a16="http://schemas.microsoft.com/office/drawing/2014/main" id="{5EA56779-F156-18BF-C770-974AC926D8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6" y="1724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900">
                  <a:cs typeface="Arial" panose="020B0604020202020204" pitchFamily="34" charset="0"/>
                </a:endParaRPr>
              </a:p>
            </p:txBody>
          </p:sp>
          <p:sp>
            <p:nvSpPr>
              <p:cNvPr id="68642" name="AutoShape 86">
                <a:extLst>
                  <a:ext uri="{FF2B5EF4-FFF2-40B4-BE49-F238E27FC236}">
                    <a16:creationId xmlns:a16="http://schemas.microsoft.com/office/drawing/2014/main" id="{CE53A4FB-DC16-7B2F-B66C-5639144E7B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0" y="1724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900">
                  <a:cs typeface="Arial" panose="020B0604020202020204" pitchFamily="34" charset="0"/>
                </a:endParaRPr>
              </a:p>
            </p:txBody>
          </p:sp>
          <p:sp>
            <p:nvSpPr>
              <p:cNvPr id="37" name="Line 87">
                <a:extLst>
                  <a:ext uri="{FF2B5EF4-FFF2-40B4-BE49-F238E27FC236}">
                    <a16:creationId xmlns:a16="http://schemas.microsoft.com/office/drawing/2014/main" id="{19FABD2A-ABC4-AFA3-A028-0ECEB651C7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78" y="1252"/>
                <a:ext cx="32" cy="204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Line 88">
                <a:extLst>
                  <a:ext uri="{FF2B5EF4-FFF2-40B4-BE49-F238E27FC236}">
                    <a16:creationId xmlns:a16="http://schemas.microsoft.com/office/drawing/2014/main" id="{B66BCFCA-647F-04FC-5B26-D268E140A8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10" y="1496"/>
                <a:ext cx="48" cy="92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Line 89">
                <a:extLst>
                  <a:ext uri="{FF2B5EF4-FFF2-40B4-BE49-F238E27FC236}">
                    <a16:creationId xmlns:a16="http://schemas.microsoft.com/office/drawing/2014/main" id="{D983FE21-1C79-E347-011C-2AA5B6B682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61" y="1496"/>
                <a:ext cx="23" cy="228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" name="Line 90">
                <a:extLst>
                  <a:ext uri="{FF2B5EF4-FFF2-40B4-BE49-F238E27FC236}">
                    <a16:creationId xmlns:a16="http://schemas.microsoft.com/office/drawing/2014/main" id="{CC544272-A8E0-FA68-3E89-43B74A48E2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4" y="1772"/>
                <a:ext cx="48" cy="76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" name="Line 91">
                <a:extLst>
                  <a:ext uri="{FF2B5EF4-FFF2-40B4-BE49-F238E27FC236}">
                    <a16:creationId xmlns:a16="http://schemas.microsoft.com/office/drawing/2014/main" id="{52493463-1201-CFC3-0703-B1691D6088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2" y="1252"/>
                <a:ext cx="112" cy="196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" name="Line 92">
                <a:extLst>
                  <a:ext uri="{FF2B5EF4-FFF2-40B4-BE49-F238E27FC236}">
                    <a16:creationId xmlns:a16="http://schemas.microsoft.com/office/drawing/2014/main" id="{0957FCDA-FC2D-6833-16B5-5A54FA8208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66" y="1500"/>
                <a:ext cx="32" cy="88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" name="Line 93">
                <a:extLst>
                  <a:ext uri="{FF2B5EF4-FFF2-40B4-BE49-F238E27FC236}">
                    <a16:creationId xmlns:a16="http://schemas.microsoft.com/office/drawing/2014/main" id="{2F22F859-8F74-9D0D-F3D6-1C059D3F8D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88" y="1642"/>
                <a:ext cx="30" cy="78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" name="Line 94">
                <a:extLst>
                  <a:ext uri="{FF2B5EF4-FFF2-40B4-BE49-F238E27FC236}">
                    <a16:creationId xmlns:a16="http://schemas.microsoft.com/office/drawing/2014/main" id="{99AC7A19-D063-6CFA-2275-19D9D51DE4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8" y="1642"/>
                <a:ext cx="0" cy="196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" name="Line 95">
                <a:extLst>
                  <a:ext uri="{FF2B5EF4-FFF2-40B4-BE49-F238E27FC236}">
                    <a16:creationId xmlns:a16="http://schemas.microsoft.com/office/drawing/2014/main" id="{274ECC17-0745-B167-B15E-5B8AA8795F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90" y="1470"/>
                <a:ext cx="8" cy="152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" name="Line 96">
                <a:extLst>
                  <a:ext uri="{FF2B5EF4-FFF2-40B4-BE49-F238E27FC236}">
                    <a16:creationId xmlns:a16="http://schemas.microsoft.com/office/drawing/2014/main" id="{3E003213-70DB-31CE-8257-9AD3DD42A8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1352"/>
                <a:ext cx="30" cy="98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" name="Line 97">
                <a:extLst>
                  <a:ext uri="{FF2B5EF4-FFF2-40B4-BE49-F238E27FC236}">
                    <a16:creationId xmlns:a16="http://schemas.microsoft.com/office/drawing/2014/main" id="{7B7A66CE-07AE-0F1E-1FF0-3E4F6BE5D5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24" y="1338"/>
                <a:ext cx="110" cy="116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" name="Line 98">
                <a:extLst>
                  <a:ext uri="{FF2B5EF4-FFF2-40B4-BE49-F238E27FC236}">
                    <a16:creationId xmlns:a16="http://schemas.microsoft.com/office/drawing/2014/main" id="{D7ECA1B1-8E49-A5B6-D50C-BE344FF99B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80" y="1500"/>
                <a:ext cx="50" cy="88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" name="Line 99">
                <a:extLst>
                  <a:ext uri="{FF2B5EF4-FFF2-40B4-BE49-F238E27FC236}">
                    <a16:creationId xmlns:a16="http://schemas.microsoft.com/office/drawing/2014/main" id="{0D9D103B-04F1-D8A7-5D32-3211345AEF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76" y="1644"/>
                <a:ext cx="58" cy="84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" name="Line 100">
                <a:extLst>
                  <a:ext uri="{FF2B5EF4-FFF2-40B4-BE49-F238E27FC236}">
                    <a16:creationId xmlns:a16="http://schemas.microsoft.com/office/drawing/2014/main" id="{75CC64A1-4E3D-6DB6-5C1C-B569EBD444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28" y="1642"/>
                <a:ext cx="30" cy="76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" name="Line 101">
                <a:extLst>
                  <a:ext uri="{FF2B5EF4-FFF2-40B4-BE49-F238E27FC236}">
                    <a16:creationId xmlns:a16="http://schemas.microsoft.com/office/drawing/2014/main" id="{95F1EE20-9E47-5F50-186D-2FD4EE808A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26" y="1774"/>
                <a:ext cx="82" cy="78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" name="Line 102">
                <a:extLst>
                  <a:ext uri="{FF2B5EF4-FFF2-40B4-BE49-F238E27FC236}">
                    <a16:creationId xmlns:a16="http://schemas.microsoft.com/office/drawing/2014/main" id="{C70ED7FA-95CD-76C9-B921-82CBC94E3A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48" y="1162"/>
                <a:ext cx="181" cy="50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" name="Line 103">
                <a:extLst>
                  <a:ext uri="{FF2B5EF4-FFF2-40B4-BE49-F238E27FC236}">
                    <a16:creationId xmlns:a16="http://schemas.microsoft.com/office/drawing/2014/main" id="{3A676CF2-B29E-9124-9ECC-0FE4ED778F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68" y="1160"/>
                <a:ext cx="28" cy="134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8660" name="AutoShape 104">
                <a:extLst>
                  <a:ext uri="{FF2B5EF4-FFF2-40B4-BE49-F238E27FC236}">
                    <a16:creationId xmlns:a16="http://schemas.microsoft.com/office/drawing/2014/main" id="{4157C76C-2807-3F7B-23D0-AFCDEBB3CB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" y="1948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900">
                  <a:cs typeface="Arial" panose="020B0604020202020204" pitchFamily="34" charset="0"/>
                </a:endParaRPr>
              </a:p>
            </p:txBody>
          </p:sp>
          <p:sp>
            <p:nvSpPr>
              <p:cNvPr id="68661" name="AutoShape 105">
                <a:extLst>
                  <a:ext uri="{FF2B5EF4-FFF2-40B4-BE49-F238E27FC236}">
                    <a16:creationId xmlns:a16="http://schemas.microsoft.com/office/drawing/2014/main" id="{3C3AD24F-C2CF-C39A-7F45-15C5511974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8" y="1978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900">
                  <a:cs typeface="Arial" panose="020B0604020202020204" pitchFamily="34" charset="0"/>
                </a:endParaRPr>
              </a:p>
            </p:txBody>
          </p:sp>
          <p:sp>
            <p:nvSpPr>
              <p:cNvPr id="68662" name="AutoShape 106">
                <a:extLst>
                  <a:ext uri="{FF2B5EF4-FFF2-40B4-BE49-F238E27FC236}">
                    <a16:creationId xmlns:a16="http://schemas.microsoft.com/office/drawing/2014/main" id="{3E99A8A3-6EE5-C708-792B-DC13E64D76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6" y="2096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900">
                  <a:cs typeface="Arial" panose="020B0604020202020204" pitchFamily="34" charset="0"/>
                </a:endParaRPr>
              </a:p>
            </p:txBody>
          </p:sp>
          <p:sp>
            <p:nvSpPr>
              <p:cNvPr id="68663" name="AutoShape 107">
                <a:extLst>
                  <a:ext uri="{FF2B5EF4-FFF2-40B4-BE49-F238E27FC236}">
                    <a16:creationId xmlns:a16="http://schemas.microsoft.com/office/drawing/2014/main" id="{C9FC7555-4AF7-FB4F-1156-7C1BBE35B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6" y="1972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900">
                  <a:cs typeface="Arial" panose="020B0604020202020204" pitchFamily="34" charset="0"/>
                </a:endParaRPr>
              </a:p>
            </p:txBody>
          </p:sp>
          <p:sp>
            <p:nvSpPr>
              <p:cNvPr id="68664" name="AutoShape 108">
                <a:extLst>
                  <a:ext uri="{FF2B5EF4-FFF2-40B4-BE49-F238E27FC236}">
                    <a16:creationId xmlns:a16="http://schemas.microsoft.com/office/drawing/2014/main" id="{A33397B8-283A-F159-AFEF-F871DDEE69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2" y="1616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900">
                  <a:cs typeface="Arial" panose="020B0604020202020204" pitchFamily="34" charset="0"/>
                </a:endParaRPr>
              </a:p>
            </p:txBody>
          </p:sp>
          <p:sp>
            <p:nvSpPr>
              <p:cNvPr id="59" name="Line 109">
                <a:extLst>
                  <a:ext uri="{FF2B5EF4-FFF2-40B4-BE49-F238E27FC236}">
                    <a16:creationId xmlns:a16="http://schemas.microsoft.com/office/drawing/2014/main" id="{70E6CCE8-2DAE-EBAB-C4FE-EC2264A55A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4" y="1774"/>
                <a:ext cx="50" cy="174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" name="Line 110">
                <a:extLst>
                  <a:ext uri="{FF2B5EF4-FFF2-40B4-BE49-F238E27FC236}">
                    <a16:creationId xmlns:a16="http://schemas.microsoft.com/office/drawing/2014/main" id="{D62DBC75-E14A-2BD5-078E-550D79C9C2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84" y="1892"/>
                <a:ext cx="54" cy="64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" name="Line 111">
                <a:extLst>
                  <a:ext uri="{FF2B5EF4-FFF2-40B4-BE49-F238E27FC236}">
                    <a16:creationId xmlns:a16="http://schemas.microsoft.com/office/drawing/2014/main" id="{8E763254-D629-22EF-5D12-BC6BF89BAA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6" y="2000"/>
                <a:ext cx="220" cy="118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" name="Line 112">
                <a:extLst>
                  <a:ext uri="{FF2B5EF4-FFF2-40B4-BE49-F238E27FC236}">
                    <a16:creationId xmlns:a16="http://schemas.microsoft.com/office/drawing/2014/main" id="{33B31F5D-77FB-4C95-44CF-AA712EF2B6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96" y="1898"/>
                <a:ext cx="6" cy="78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" name="Line 113">
                <a:extLst>
                  <a:ext uri="{FF2B5EF4-FFF2-40B4-BE49-F238E27FC236}">
                    <a16:creationId xmlns:a16="http://schemas.microsoft.com/office/drawing/2014/main" id="{13150C26-21F3-4CD6-CBA6-9843428B03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66" y="1782"/>
                <a:ext cx="78" cy="190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" name="Line 114">
                <a:extLst>
                  <a:ext uri="{FF2B5EF4-FFF2-40B4-BE49-F238E27FC236}">
                    <a16:creationId xmlns:a16="http://schemas.microsoft.com/office/drawing/2014/main" id="{25B14015-CB19-8D31-35CE-6485953B43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14" y="2028"/>
                <a:ext cx="29" cy="70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" name="Line 115">
                <a:extLst>
                  <a:ext uri="{FF2B5EF4-FFF2-40B4-BE49-F238E27FC236}">
                    <a16:creationId xmlns:a16="http://schemas.microsoft.com/office/drawing/2014/main" id="{EBF78B43-000B-826A-A58D-8C057C510F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90" y="2024"/>
                <a:ext cx="100" cy="86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6" name="Line 116">
                <a:extLst>
                  <a:ext uri="{FF2B5EF4-FFF2-40B4-BE49-F238E27FC236}">
                    <a16:creationId xmlns:a16="http://schemas.microsoft.com/office/drawing/2014/main" id="{066367E8-AD01-18FC-109B-7822D54097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4" y="1250"/>
                <a:ext cx="94" cy="172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8673" name="AutoShape 117">
                <a:extLst>
                  <a:ext uri="{FF2B5EF4-FFF2-40B4-BE49-F238E27FC236}">
                    <a16:creationId xmlns:a16="http://schemas.microsoft.com/office/drawing/2014/main" id="{B6EB7885-D863-211D-8038-08C559A57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568" y="1416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900">
                  <a:cs typeface="Arial" panose="020B0604020202020204" pitchFamily="34" charset="0"/>
                </a:endParaRPr>
              </a:p>
            </p:txBody>
          </p:sp>
          <p:sp>
            <p:nvSpPr>
              <p:cNvPr id="68674" name="AutoShape 118">
                <a:extLst>
                  <a:ext uri="{FF2B5EF4-FFF2-40B4-BE49-F238E27FC236}">
                    <a16:creationId xmlns:a16="http://schemas.microsoft.com/office/drawing/2014/main" id="{D88AF87B-F40E-A2AC-4A2D-40E44F22E0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4" y="1208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900">
                  <a:cs typeface="Arial" panose="020B0604020202020204" pitchFamily="34" charset="0"/>
                </a:endParaRPr>
              </a:p>
            </p:txBody>
          </p:sp>
          <p:sp>
            <p:nvSpPr>
              <p:cNvPr id="69" name="Line 119">
                <a:extLst>
                  <a:ext uri="{FF2B5EF4-FFF2-40B4-BE49-F238E27FC236}">
                    <a16:creationId xmlns:a16="http://schemas.microsoft.com/office/drawing/2014/main" id="{BD228DC1-217D-64C0-CCD6-8703423085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78" y="1140"/>
                <a:ext cx="182" cy="76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" name="Line 120">
                <a:extLst>
                  <a:ext uri="{FF2B5EF4-FFF2-40B4-BE49-F238E27FC236}">
                    <a16:creationId xmlns:a16="http://schemas.microsoft.com/office/drawing/2014/main" id="{BD898191-36EB-AD21-DFA6-BE6F4C5230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8" y="1498"/>
                <a:ext cx="40" cy="96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8677" name="AutoShape 121">
                <a:extLst>
                  <a:ext uri="{FF2B5EF4-FFF2-40B4-BE49-F238E27FC236}">
                    <a16:creationId xmlns:a16="http://schemas.microsoft.com/office/drawing/2014/main" id="{DC74E261-F6D9-7447-DFDF-D78C1E0699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0" y="1844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900">
                  <a:cs typeface="Arial" panose="020B0604020202020204" pitchFamily="34" charset="0"/>
                </a:endParaRPr>
              </a:p>
            </p:txBody>
          </p:sp>
          <p:sp>
            <p:nvSpPr>
              <p:cNvPr id="72" name="Line 122">
                <a:extLst>
                  <a:ext uri="{FF2B5EF4-FFF2-40B4-BE49-F238E27FC236}">
                    <a16:creationId xmlns:a16="http://schemas.microsoft.com/office/drawing/2014/main" id="{CFEDB6AB-8D61-2DF1-C763-57B4B0ADC7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58" y="1666"/>
                <a:ext cx="32" cy="172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8679" name="AutoShape 123">
                <a:extLst>
                  <a:ext uri="{FF2B5EF4-FFF2-40B4-BE49-F238E27FC236}">
                    <a16:creationId xmlns:a16="http://schemas.microsoft.com/office/drawing/2014/main" id="{B1131187-5F23-93CC-93E5-BF6E35C439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2" y="1956"/>
                <a:ext cx="48" cy="48"/>
              </a:xfrm>
              <a:prstGeom prst="flowChartConnector">
                <a:avLst/>
              </a:prstGeom>
              <a:solidFill>
                <a:srgbClr val="969696">
                  <a:alpha val="50195"/>
                </a:srgbClr>
              </a:solidFill>
              <a:ln w="38100" cap="sq">
                <a:solidFill>
                  <a:schemeClr val="accent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pt-BR" altLang="en-US" sz="900">
                  <a:cs typeface="Arial" panose="020B0604020202020204" pitchFamily="34" charset="0"/>
                </a:endParaRPr>
              </a:p>
            </p:txBody>
          </p:sp>
          <p:sp>
            <p:nvSpPr>
              <p:cNvPr id="74" name="Line 124">
                <a:extLst>
                  <a:ext uri="{FF2B5EF4-FFF2-40B4-BE49-F238E27FC236}">
                    <a16:creationId xmlns:a16="http://schemas.microsoft.com/office/drawing/2014/main" id="{40E0C56C-ACC1-FAF3-6AE0-2EF5A343BD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26" y="1998"/>
                <a:ext cx="128" cy="118"/>
              </a:xfrm>
              <a:prstGeom prst="line">
                <a:avLst/>
              </a:prstGeom>
              <a:noFill/>
              <a:ln w="38100" cap="sq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" name="Freeform 125">
                <a:extLst>
                  <a:ext uri="{FF2B5EF4-FFF2-40B4-BE49-F238E27FC236}">
                    <a16:creationId xmlns:a16="http://schemas.microsoft.com/office/drawing/2014/main" id="{63ED1A4F-343F-E328-344C-3F14375C84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8" y="1476"/>
                <a:ext cx="126" cy="515"/>
              </a:xfrm>
              <a:custGeom>
                <a:avLst/>
                <a:gdLst>
                  <a:gd name="T0" fmla="*/ 126 w 126"/>
                  <a:gd name="T1" fmla="*/ 504 h 515"/>
                  <a:gd name="T2" fmla="*/ 34 w 126"/>
                  <a:gd name="T3" fmla="*/ 460 h 515"/>
                  <a:gd name="T4" fmla="*/ 18 w 126"/>
                  <a:gd name="T5" fmla="*/ 424 h 515"/>
                  <a:gd name="T6" fmla="*/ 10 w 126"/>
                  <a:gd name="T7" fmla="*/ 400 h 515"/>
                  <a:gd name="T8" fmla="*/ 6 w 126"/>
                  <a:gd name="T9" fmla="*/ 88 h 515"/>
                  <a:gd name="T10" fmla="*/ 42 w 126"/>
                  <a:gd name="T11" fmla="*/ 24 h 515"/>
                  <a:gd name="T12" fmla="*/ 78 w 126"/>
                  <a:gd name="T13" fmla="*/ 0 h 5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6" h="515">
                    <a:moveTo>
                      <a:pt x="126" y="504"/>
                    </a:moveTo>
                    <a:cubicBezTo>
                      <a:pt x="93" y="515"/>
                      <a:pt x="48" y="493"/>
                      <a:pt x="34" y="460"/>
                    </a:cubicBezTo>
                    <a:cubicBezTo>
                      <a:pt x="30" y="451"/>
                      <a:pt x="22" y="434"/>
                      <a:pt x="18" y="424"/>
                    </a:cubicBezTo>
                    <a:cubicBezTo>
                      <a:pt x="15" y="416"/>
                      <a:pt x="10" y="400"/>
                      <a:pt x="10" y="400"/>
                    </a:cubicBezTo>
                    <a:cubicBezTo>
                      <a:pt x="0" y="295"/>
                      <a:pt x="0" y="195"/>
                      <a:pt x="6" y="88"/>
                    </a:cubicBezTo>
                    <a:cubicBezTo>
                      <a:pt x="7" y="69"/>
                      <a:pt x="24" y="30"/>
                      <a:pt x="42" y="24"/>
                    </a:cubicBezTo>
                    <a:cubicBezTo>
                      <a:pt x="54" y="6"/>
                      <a:pt x="65" y="13"/>
                      <a:pt x="78" y="0"/>
                    </a:cubicBezTo>
                  </a:path>
                </a:pathLst>
              </a:custGeom>
              <a:noFill/>
              <a:ln w="38100" cap="sq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" name="Freeform 126">
                <a:extLst>
                  <a:ext uri="{FF2B5EF4-FFF2-40B4-BE49-F238E27FC236}">
                    <a16:creationId xmlns:a16="http://schemas.microsoft.com/office/drawing/2014/main" id="{D3AB9EAB-45A2-4770-5B77-DB91E03CB2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2" y="1444"/>
                <a:ext cx="114" cy="420"/>
              </a:xfrm>
              <a:custGeom>
                <a:avLst/>
                <a:gdLst>
                  <a:gd name="T0" fmla="*/ 0 w 114"/>
                  <a:gd name="T1" fmla="*/ 420 h 420"/>
                  <a:gd name="T2" fmla="*/ 76 w 114"/>
                  <a:gd name="T3" fmla="*/ 360 h 420"/>
                  <a:gd name="T4" fmla="*/ 108 w 114"/>
                  <a:gd name="T5" fmla="*/ 68 h 420"/>
                  <a:gd name="T6" fmla="*/ 40 w 114"/>
                  <a:gd name="T7" fmla="*/ 0 h 4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4" h="420">
                    <a:moveTo>
                      <a:pt x="0" y="420"/>
                    </a:moveTo>
                    <a:cubicBezTo>
                      <a:pt x="29" y="419"/>
                      <a:pt x="58" y="419"/>
                      <a:pt x="76" y="360"/>
                    </a:cubicBezTo>
                    <a:cubicBezTo>
                      <a:pt x="94" y="301"/>
                      <a:pt x="114" y="128"/>
                      <a:pt x="108" y="68"/>
                    </a:cubicBezTo>
                    <a:cubicBezTo>
                      <a:pt x="102" y="8"/>
                      <a:pt x="71" y="4"/>
                      <a:pt x="40" y="0"/>
                    </a:cubicBezTo>
                  </a:path>
                </a:pathLst>
              </a:custGeom>
              <a:noFill/>
              <a:ln w="38100" cap="sq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cxnSp>
          <p:nvCxnSpPr>
            <p:cNvPr id="8" name="Conector reto 125">
              <a:extLst>
                <a:ext uri="{FF2B5EF4-FFF2-40B4-BE49-F238E27FC236}">
                  <a16:creationId xmlns:a16="http://schemas.microsoft.com/office/drawing/2014/main" id="{9C314B40-EBD6-6120-AC56-CBDC2CFC2D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1079" y="2672600"/>
              <a:ext cx="2484897" cy="1746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127">
              <a:extLst>
                <a:ext uri="{FF2B5EF4-FFF2-40B4-BE49-F238E27FC236}">
                  <a16:creationId xmlns:a16="http://schemas.microsoft.com/office/drawing/2014/main" id="{E4D9ECCF-925C-F001-FA03-7D94211216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1079" y="2996506"/>
              <a:ext cx="2484897" cy="1746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128">
              <a:extLst>
                <a:ext uri="{FF2B5EF4-FFF2-40B4-BE49-F238E27FC236}">
                  <a16:creationId xmlns:a16="http://schemas.microsoft.com/office/drawing/2014/main" id="{C2608BBB-A600-FC1B-5FA2-96D752D88C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1079" y="3466488"/>
              <a:ext cx="2484897" cy="1587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29">
              <a:extLst>
                <a:ext uri="{FF2B5EF4-FFF2-40B4-BE49-F238E27FC236}">
                  <a16:creationId xmlns:a16="http://schemas.microsoft.com/office/drawing/2014/main" id="{445300C0-C02E-0EF6-6F9F-95FDEAA8C6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1079" y="3952348"/>
              <a:ext cx="2484897" cy="1746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30">
              <a:extLst>
                <a:ext uri="{FF2B5EF4-FFF2-40B4-BE49-F238E27FC236}">
                  <a16:creationId xmlns:a16="http://schemas.microsoft.com/office/drawing/2014/main" id="{9D409E60-7C1F-F566-7B7F-20E6A5D46F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1079" y="4330239"/>
              <a:ext cx="2484897" cy="1746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31">
              <a:extLst>
                <a:ext uri="{FF2B5EF4-FFF2-40B4-BE49-F238E27FC236}">
                  <a16:creationId xmlns:a16="http://schemas.microsoft.com/office/drawing/2014/main" id="{8C95A1D3-A284-AA77-1C72-F317B0DC0B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1079" y="4708129"/>
              <a:ext cx="2484897" cy="1746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2">
              <a:extLst>
                <a:ext uri="{FF2B5EF4-FFF2-40B4-BE49-F238E27FC236}">
                  <a16:creationId xmlns:a16="http://schemas.microsoft.com/office/drawing/2014/main" id="{82BE6A4E-C4E9-5D3C-FAFF-AB3B7C658D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1079" y="5086020"/>
              <a:ext cx="2484897" cy="1746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CaixaDeTexto 133">
              <a:extLst>
                <a:ext uri="{FF2B5EF4-FFF2-40B4-BE49-F238E27FC236}">
                  <a16:creationId xmlns:a16="http://schemas.microsoft.com/office/drawing/2014/main" id="{2C3A3D90-1586-7B36-FA23-D411FD17A46E}"/>
                </a:ext>
              </a:extLst>
            </p:cNvPr>
            <p:cNvSpPr txBox="1"/>
            <p:nvPr/>
          </p:nvSpPr>
          <p:spPr>
            <a:xfrm>
              <a:off x="1286771" y="2540814"/>
              <a:ext cx="701805" cy="34613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 sz="1650">
                  <a:latin typeface="Arial"/>
                  <a:ea typeface="ＭＳ Ｐゴシック" charset="0"/>
                  <a:cs typeface="Arial"/>
                </a:rPr>
                <a:t>k = 0</a:t>
              </a:r>
              <a:endParaRPr lang="pt-BR" sz="1650">
                <a:latin typeface="Arial"/>
                <a:ea typeface="ＭＳ Ｐゴシック" charset="0"/>
                <a:cs typeface="Arial"/>
              </a:endParaRPr>
            </a:p>
          </p:txBody>
        </p:sp>
        <p:sp>
          <p:nvSpPr>
            <p:cNvPr id="16" name="CaixaDeTexto 134">
              <a:extLst>
                <a:ext uri="{FF2B5EF4-FFF2-40B4-BE49-F238E27FC236}">
                  <a16:creationId xmlns:a16="http://schemas.microsoft.com/office/drawing/2014/main" id="{45358B82-D4D1-A4E5-3DD6-981CF39C5B07}"/>
                </a:ext>
              </a:extLst>
            </p:cNvPr>
            <p:cNvSpPr txBox="1"/>
            <p:nvPr/>
          </p:nvSpPr>
          <p:spPr>
            <a:xfrm>
              <a:off x="1283595" y="2882186"/>
              <a:ext cx="700217" cy="34613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 sz="1650">
                  <a:latin typeface="Arial"/>
                  <a:ea typeface="ＭＳ Ｐゴシック" charset="0"/>
                  <a:cs typeface="Arial"/>
                </a:rPr>
                <a:t>k = 1</a:t>
              </a:r>
              <a:endParaRPr lang="pt-BR" sz="1650">
                <a:latin typeface="Arial"/>
                <a:ea typeface="ＭＳ Ｐゴシック" charset="0"/>
                <a:cs typeface="Arial"/>
              </a:endParaRPr>
            </a:p>
          </p:txBody>
        </p:sp>
        <p:sp>
          <p:nvSpPr>
            <p:cNvPr id="17" name="CaixaDeTexto 135">
              <a:extLst>
                <a:ext uri="{FF2B5EF4-FFF2-40B4-BE49-F238E27FC236}">
                  <a16:creationId xmlns:a16="http://schemas.microsoft.com/office/drawing/2014/main" id="{F6FEE6EB-8365-6258-09E6-083AD8A75E72}"/>
                </a:ext>
              </a:extLst>
            </p:cNvPr>
            <p:cNvSpPr txBox="1"/>
            <p:nvPr/>
          </p:nvSpPr>
          <p:spPr>
            <a:xfrm>
              <a:off x="1286771" y="3344229"/>
              <a:ext cx="701805" cy="34613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 sz="1650">
                  <a:latin typeface="Arial"/>
                  <a:ea typeface="ＭＳ Ｐゴシック" charset="0"/>
                  <a:cs typeface="Arial"/>
                </a:rPr>
                <a:t>k = 2</a:t>
              </a:r>
              <a:endParaRPr lang="pt-BR" sz="1650">
                <a:latin typeface="Arial"/>
                <a:ea typeface="ＭＳ Ｐゴシック" charset="0"/>
                <a:cs typeface="Arial"/>
              </a:endParaRPr>
            </a:p>
          </p:txBody>
        </p:sp>
        <p:sp>
          <p:nvSpPr>
            <p:cNvPr id="18" name="CaixaDeTexto 137">
              <a:extLst>
                <a:ext uri="{FF2B5EF4-FFF2-40B4-BE49-F238E27FC236}">
                  <a16:creationId xmlns:a16="http://schemas.microsoft.com/office/drawing/2014/main" id="{D997F5E8-7B06-898E-26C8-B0E205835BAE}"/>
                </a:ext>
              </a:extLst>
            </p:cNvPr>
            <p:cNvSpPr txBox="1"/>
            <p:nvPr/>
          </p:nvSpPr>
          <p:spPr>
            <a:xfrm>
              <a:off x="1291534" y="3822150"/>
              <a:ext cx="700216" cy="34613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 sz="1650">
                  <a:latin typeface="Arial"/>
                  <a:ea typeface="ＭＳ Ｐゴシック" charset="0"/>
                  <a:cs typeface="Arial"/>
                </a:rPr>
                <a:t>k = 3</a:t>
              </a:r>
              <a:endParaRPr lang="pt-BR" sz="1650">
                <a:latin typeface="Arial"/>
                <a:ea typeface="ＭＳ Ｐゴシック" charset="0"/>
                <a:cs typeface="Arial"/>
              </a:endParaRPr>
            </a:p>
          </p:txBody>
        </p:sp>
        <p:sp>
          <p:nvSpPr>
            <p:cNvPr id="19" name="CaixaDeTexto 138">
              <a:extLst>
                <a:ext uri="{FF2B5EF4-FFF2-40B4-BE49-F238E27FC236}">
                  <a16:creationId xmlns:a16="http://schemas.microsoft.com/office/drawing/2014/main" id="{1407F710-929E-9A4A-6C0D-8F087B7E9CE2}"/>
                </a:ext>
              </a:extLst>
            </p:cNvPr>
            <p:cNvSpPr txBox="1"/>
            <p:nvPr/>
          </p:nvSpPr>
          <p:spPr>
            <a:xfrm>
              <a:off x="1285183" y="4200041"/>
              <a:ext cx="701805" cy="34613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 sz="1650">
                  <a:latin typeface="Arial"/>
                  <a:ea typeface="ＭＳ Ｐゴシック" charset="0"/>
                  <a:cs typeface="Arial"/>
                </a:rPr>
                <a:t>k = 4</a:t>
              </a:r>
              <a:endParaRPr lang="pt-BR" sz="1650">
                <a:latin typeface="Arial"/>
                <a:ea typeface="ＭＳ Ｐゴシック" charset="0"/>
                <a:cs typeface="Arial"/>
              </a:endParaRPr>
            </a:p>
          </p:txBody>
        </p:sp>
        <p:sp>
          <p:nvSpPr>
            <p:cNvPr id="20" name="CaixaDeTexto 139">
              <a:extLst>
                <a:ext uri="{FF2B5EF4-FFF2-40B4-BE49-F238E27FC236}">
                  <a16:creationId xmlns:a16="http://schemas.microsoft.com/office/drawing/2014/main" id="{98ADFFD0-F1C1-91C7-F5F2-AEEF1E1F39BF}"/>
                </a:ext>
              </a:extLst>
            </p:cNvPr>
            <p:cNvSpPr txBox="1"/>
            <p:nvPr/>
          </p:nvSpPr>
          <p:spPr>
            <a:xfrm>
              <a:off x="1291534" y="4577932"/>
              <a:ext cx="700216" cy="34613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 sz="1650">
                  <a:latin typeface="Arial"/>
                  <a:ea typeface="ＭＳ Ｐゴシック" charset="0"/>
                  <a:cs typeface="Arial"/>
                </a:rPr>
                <a:t>k = 5</a:t>
              </a:r>
              <a:endParaRPr lang="pt-BR" sz="1650">
                <a:latin typeface="Arial"/>
                <a:ea typeface="ＭＳ Ｐゴシック" charset="0"/>
                <a:cs typeface="Arial"/>
              </a:endParaRPr>
            </a:p>
          </p:txBody>
        </p:sp>
        <p:sp>
          <p:nvSpPr>
            <p:cNvPr id="21" name="CaixaDeTexto 140">
              <a:extLst>
                <a:ext uri="{FF2B5EF4-FFF2-40B4-BE49-F238E27FC236}">
                  <a16:creationId xmlns:a16="http://schemas.microsoft.com/office/drawing/2014/main" id="{660C7DB5-79BC-1054-8A9F-21394C22E069}"/>
                </a:ext>
              </a:extLst>
            </p:cNvPr>
            <p:cNvSpPr txBox="1"/>
            <p:nvPr/>
          </p:nvSpPr>
          <p:spPr>
            <a:xfrm>
              <a:off x="1291534" y="4968525"/>
              <a:ext cx="700216" cy="34613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 sz="1650">
                  <a:latin typeface="Arial"/>
                  <a:ea typeface="ＭＳ Ｐゴシック" charset="0"/>
                  <a:cs typeface="Arial"/>
                </a:rPr>
                <a:t>k = 6</a:t>
              </a:r>
              <a:endParaRPr lang="pt-BR" sz="1650">
                <a:latin typeface="Arial"/>
                <a:ea typeface="ＭＳ Ｐゴシック" charset="0"/>
                <a:cs typeface="Arial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180B96CC-AEC7-CE45-B0B4-7B0BB523F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528763"/>
            <a:ext cx="7315200" cy="1293812"/>
          </a:xfrm>
          <a:prstGeom prst="rect">
            <a:avLst/>
          </a:prstGeom>
          <a:gradFill rotWithShape="1">
            <a:gsLst>
              <a:gs pos="0">
                <a:srgbClr val="E0E2FF"/>
              </a:gs>
              <a:gs pos="64999">
                <a:srgbClr val="B2B7FF"/>
              </a:gs>
              <a:gs pos="100000">
                <a:srgbClr val="9098FF"/>
              </a:gs>
            </a:gsLst>
            <a:lin ang="5400000" scaled="1"/>
          </a:gradFill>
          <a:ln w="9525">
            <a:solidFill>
              <a:srgbClr val="002FCC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sz="2600" i="0" dirty="0">
                <a:solidFill>
                  <a:schemeClr val="dk1"/>
                </a:solidFill>
                <a:latin typeface="Arial"/>
                <a:ea typeface="+mn-ea"/>
                <a:cs typeface="Arial"/>
              </a:rPr>
              <a:t>A graph G = (V, E) consists of: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en-US" sz="2600" i="0" dirty="0">
                <a:solidFill>
                  <a:schemeClr val="dk1"/>
                </a:solidFill>
                <a:latin typeface="Arial"/>
                <a:ea typeface="+mn-ea"/>
                <a:cs typeface="Arial"/>
              </a:rPr>
              <a:t>V: a set of vertices or nodes</a:t>
            </a:r>
          </a:p>
          <a:p>
            <a:pPr marL="342900" indent="-342900">
              <a:buFont typeface="Arial"/>
              <a:buChar char="•"/>
              <a:defRPr/>
            </a:pPr>
            <a:r>
              <a:rPr lang="da-DK" sz="2600" i="0" dirty="0">
                <a:solidFill>
                  <a:schemeClr val="dk1"/>
                </a:solidFill>
                <a:latin typeface="Arial"/>
                <a:ea typeface="+mn-ea"/>
                <a:cs typeface="Arial"/>
              </a:rPr>
              <a:t>E </a:t>
            </a:r>
            <a:r>
              <a:rPr lang="da-DK" sz="2600" i="0" dirty="0">
                <a:solidFill>
                  <a:schemeClr val="dk1"/>
                </a:solidFill>
                <a:latin typeface="Arial"/>
                <a:ea typeface="+mn-ea"/>
                <a:cs typeface="Arial"/>
                <a:sym typeface="Symbol" charset="0"/>
              </a:rPr>
              <a:t></a:t>
            </a:r>
            <a:r>
              <a:rPr lang="da-DK" sz="2600" i="0" dirty="0">
                <a:solidFill>
                  <a:schemeClr val="dk1"/>
                </a:solidFill>
                <a:latin typeface="Arial"/>
                <a:ea typeface="+mn-ea"/>
                <a:cs typeface="Arial"/>
              </a:rPr>
              <a:t> V x V: </a:t>
            </a:r>
            <a:r>
              <a:rPr lang="en-US" sz="2600" i="0" dirty="0">
                <a:solidFill>
                  <a:schemeClr val="dk1"/>
                </a:solidFill>
                <a:latin typeface="Arial"/>
                <a:ea typeface="+mn-ea"/>
                <a:cs typeface="Arial"/>
              </a:rPr>
              <a:t>set of edges connecting the nodes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99B6161-00E1-6F66-2347-6150F4556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334963"/>
            <a:ext cx="7729537" cy="1189037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000000"/>
                </a:solidFill>
                <a:cs typeface="Arial"/>
              </a:rPr>
              <a:t>Symbolic Execution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3C2C8D4-7031-EBB5-4FE8-04079D75E8F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4648200" y="2133600"/>
            <a:ext cx="4421188" cy="4086225"/>
          </a:xfrm>
        </p:spPr>
        <p:txBody>
          <a:bodyPr/>
          <a:lstStyle/>
          <a:p>
            <a:pPr>
              <a:buClrTx/>
              <a:defRPr/>
            </a:pPr>
            <a:r>
              <a:rPr lang="en-US" sz="2800" dirty="0">
                <a:latin typeface="Arial"/>
                <a:cs typeface="Arial"/>
              </a:rPr>
              <a:t>Symbolic execution explores all paths individually</a:t>
            </a:r>
          </a:p>
          <a:p>
            <a:pPr>
              <a:buClrTx/>
              <a:defRPr/>
            </a:pPr>
            <a:endParaRPr lang="en-US" sz="2800" dirty="0">
              <a:latin typeface="Arial"/>
              <a:cs typeface="Arial"/>
            </a:endParaRPr>
          </a:p>
          <a:p>
            <a:pPr>
              <a:buClrTx/>
              <a:defRPr/>
            </a:pPr>
            <a:r>
              <a:rPr lang="en-US" sz="2800" dirty="0">
                <a:latin typeface="Arial"/>
                <a:cs typeface="Arial"/>
              </a:rPr>
              <a:t>Can only prove correctness if all paths are explored</a:t>
            </a:r>
          </a:p>
        </p:txBody>
      </p:sp>
      <p:grpSp>
        <p:nvGrpSpPr>
          <p:cNvPr id="78851" name="Group 5">
            <a:extLst>
              <a:ext uri="{FF2B5EF4-FFF2-40B4-BE49-F238E27FC236}">
                <a16:creationId xmlns:a16="http://schemas.microsoft.com/office/drawing/2014/main" id="{A727F5DD-5D9F-9020-7157-74305930FAA1}"/>
              </a:ext>
            </a:extLst>
          </p:cNvPr>
          <p:cNvGrpSpPr>
            <a:grpSpLocks/>
          </p:cNvGrpSpPr>
          <p:nvPr/>
        </p:nvGrpSpPr>
        <p:grpSpPr bwMode="auto">
          <a:xfrm>
            <a:off x="1365250" y="2338388"/>
            <a:ext cx="2160588" cy="3200400"/>
            <a:chOff x="2877723" y="2738071"/>
            <a:chExt cx="2160240" cy="3200958"/>
          </a:xfrm>
        </p:grpSpPr>
        <p:sp>
          <p:nvSpPr>
            <p:cNvPr id="79076" name="AutoShape 72">
              <a:extLst>
                <a:ext uri="{FF2B5EF4-FFF2-40B4-BE49-F238E27FC236}">
                  <a16:creationId xmlns:a16="http://schemas.microsoft.com/office/drawing/2014/main" id="{692B0D5C-BC73-B7A0-3E96-155ACF182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2776" y="2738071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77" name="AutoShape 73">
              <a:extLst>
                <a:ext uri="{FF2B5EF4-FFF2-40B4-BE49-F238E27FC236}">
                  <a16:creationId xmlns:a16="http://schemas.microsoft.com/office/drawing/2014/main" id="{F9CD3898-0FBD-9992-75CD-550FF28B5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9939" y="3011021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78" name="AutoShape 74">
              <a:extLst>
                <a:ext uri="{FF2B5EF4-FFF2-40B4-BE49-F238E27FC236}">
                  <a16:creationId xmlns:a16="http://schemas.microsoft.com/office/drawing/2014/main" id="{BD5A0A06-F100-BB9A-989B-05B59285E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454" y="3321191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79" name="AutoShape 75">
              <a:extLst>
                <a:ext uri="{FF2B5EF4-FFF2-40B4-BE49-F238E27FC236}">
                  <a16:creationId xmlns:a16="http://schemas.microsoft.com/office/drawing/2014/main" id="{5A3184EC-6C44-E3E6-9904-6C6BA96869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2302" y="3780243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80" name="AutoShape 76">
              <a:extLst>
                <a:ext uri="{FF2B5EF4-FFF2-40B4-BE49-F238E27FC236}">
                  <a16:creationId xmlns:a16="http://schemas.microsoft.com/office/drawing/2014/main" id="{33594A9E-1D82-811F-DC8B-E4041D3105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2155" y="3780243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81" name="AutoShape 77">
              <a:extLst>
                <a:ext uri="{FF2B5EF4-FFF2-40B4-BE49-F238E27FC236}">
                  <a16:creationId xmlns:a16="http://schemas.microsoft.com/office/drawing/2014/main" id="{38D90078-C359-F5E8-3FCB-5908C5CA9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0620" y="3780243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82" name="AutoShape 78">
              <a:extLst>
                <a:ext uri="{FF2B5EF4-FFF2-40B4-BE49-F238E27FC236}">
                  <a16:creationId xmlns:a16="http://schemas.microsoft.com/office/drawing/2014/main" id="{ACB831F1-90E5-3DFB-0011-B03DD91B5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6795" y="3780243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83" name="AutoShape 79">
              <a:extLst>
                <a:ext uri="{FF2B5EF4-FFF2-40B4-BE49-F238E27FC236}">
                  <a16:creationId xmlns:a16="http://schemas.microsoft.com/office/drawing/2014/main" id="{DC4178F3-6B03-6561-790C-38539F324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8965" y="4214482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84" name="AutoShape 80">
              <a:extLst>
                <a:ext uri="{FF2B5EF4-FFF2-40B4-BE49-F238E27FC236}">
                  <a16:creationId xmlns:a16="http://schemas.microsoft.com/office/drawing/2014/main" id="{CD9C438E-533C-8A4F-B0CF-468ABAB76B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951" y="4214482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85" name="AutoShape 81">
              <a:extLst>
                <a:ext uri="{FF2B5EF4-FFF2-40B4-BE49-F238E27FC236}">
                  <a16:creationId xmlns:a16="http://schemas.microsoft.com/office/drawing/2014/main" id="{CD4A0414-1E69-ACF7-9BE2-E7DCC8BBF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0487" y="4214482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86" name="AutoShape 82">
              <a:extLst>
                <a:ext uri="{FF2B5EF4-FFF2-40B4-BE49-F238E27FC236}">
                  <a16:creationId xmlns:a16="http://schemas.microsoft.com/office/drawing/2014/main" id="{8AA0ECE9-8DE6-D0F6-7C22-72EA290CC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0620" y="4636314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87" name="AutoShape 83">
              <a:extLst>
                <a:ext uri="{FF2B5EF4-FFF2-40B4-BE49-F238E27FC236}">
                  <a16:creationId xmlns:a16="http://schemas.microsoft.com/office/drawing/2014/main" id="{7492C4CD-FFF4-1B5C-B114-13FEF74615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7296" y="4636314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88" name="AutoShape 84">
              <a:extLst>
                <a:ext uri="{FF2B5EF4-FFF2-40B4-BE49-F238E27FC236}">
                  <a16:creationId xmlns:a16="http://schemas.microsoft.com/office/drawing/2014/main" id="{DB0E72BD-8A36-4C56-8923-C74C36273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0487" y="5020925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89" name="AutoShape 85">
              <a:extLst>
                <a:ext uri="{FF2B5EF4-FFF2-40B4-BE49-F238E27FC236}">
                  <a16:creationId xmlns:a16="http://schemas.microsoft.com/office/drawing/2014/main" id="{9E8EB1E0-D2DB-5DB0-3766-9D930843C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2790" y="4636314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90" name="AutoShape 86">
              <a:extLst>
                <a:ext uri="{FF2B5EF4-FFF2-40B4-BE49-F238E27FC236}">
                  <a16:creationId xmlns:a16="http://schemas.microsoft.com/office/drawing/2014/main" id="{F92A83B6-8711-9B37-3F54-8C24C7B8FE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6795" y="4636314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22" name="Line 87">
              <a:extLst>
                <a:ext uri="{FF2B5EF4-FFF2-40B4-BE49-F238E27FC236}">
                  <a16:creationId xmlns:a16="http://schemas.microsoft.com/office/drawing/2014/main" id="{C2D37E3C-7B1E-E8D8-ED25-EE9F6AFC7A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44380" y="3171534"/>
              <a:ext cx="85711" cy="63352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88">
              <a:extLst>
                <a:ext uri="{FF2B5EF4-FFF2-40B4-BE49-F238E27FC236}">
                  <a16:creationId xmlns:a16="http://schemas.microsoft.com/office/drawing/2014/main" id="{016195BF-F274-CEBE-36BF-A04D28F8E8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0091" y="3928904"/>
              <a:ext cx="128567" cy="2858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89">
              <a:extLst>
                <a:ext uri="{FF2B5EF4-FFF2-40B4-BE49-F238E27FC236}">
                  <a16:creationId xmlns:a16="http://schemas.microsoft.com/office/drawing/2014/main" id="{6C781723-F5F5-03DC-CD35-3E331CE014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01525" y="3928904"/>
              <a:ext cx="60315" cy="70814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Line 90">
              <a:extLst>
                <a:ext uri="{FF2B5EF4-FFF2-40B4-BE49-F238E27FC236}">
                  <a16:creationId xmlns:a16="http://schemas.microsoft.com/office/drawing/2014/main" id="{FF963051-46F3-C624-96D9-8C5F881B21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1826" y="4784715"/>
              <a:ext cx="128566" cy="23657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91">
              <a:extLst>
                <a:ext uri="{FF2B5EF4-FFF2-40B4-BE49-F238E27FC236}">
                  <a16:creationId xmlns:a16="http://schemas.microsoft.com/office/drawing/2014/main" id="{31182969-1795-9E88-141A-1C9156341B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5802" y="3171534"/>
              <a:ext cx="299990" cy="60811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92">
              <a:extLst>
                <a:ext uri="{FF2B5EF4-FFF2-40B4-BE49-F238E27FC236}">
                  <a16:creationId xmlns:a16="http://schemas.microsoft.com/office/drawing/2014/main" id="{3BD95B41-9FE5-0DB4-2AFC-6E5E637EFB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7537" y="3941606"/>
              <a:ext cx="85711" cy="27309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Line 93">
              <a:extLst>
                <a:ext uri="{FF2B5EF4-FFF2-40B4-BE49-F238E27FC236}">
                  <a16:creationId xmlns:a16="http://schemas.microsoft.com/office/drawing/2014/main" id="{19E559D7-024E-557F-175D-9A57D87415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9607" y="4381419"/>
              <a:ext cx="79362" cy="24293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Line 94">
              <a:extLst>
                <a:ext uri="{FF2B5EF4-FFF2-40B4-BE49-F238E27FC236}">
                  <a16:creationId xmlns:a16="http://schemas.microsoft.com/office/drawing/2014/main" id="{FCB75000-5DB4-58F7-05F1-BF205C771E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0231" y="4381419"/>
              <a:ext cx="0" cy="60811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95">
              <a:extLst>
                <a:ext uri="{FF2B5EF4-FFF2-40B4-BE49-F238E27FC236}">
                  <a16:creationId xmlns:a16="http://schemas.microsoft.com/office/drawing/2014/main" id="{DD00B3D3-997A-4F1A-B5BF-507566E0EC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0829" y="3847926"/>
              <a:ext cx="22221" cy="47157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96">
              <a:extLst>
                <a:ext uri="{FF2B5EF4-FFF2-40B4-BE49-F238E27FC236}">
                  <a16:creationId xmlns:a16="http://schemas.microsoft.com/office/drawing/2014/main" id="{9C6E6B26-3FFA-3DF1-D709-B3E8CC14DB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5143" y="3482738"/>
              <a:ext cx="80950" cy="303266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Line 97">
              <a:extLst>
                <a:ext uri="{FF2B5EF4-FFF2-40B4-BE49-F238E27FC236}">
                  <a16:creationId xmlns:a16="http://schemas.microsoft.com/office/drawing/2014/main" id="{79C135C8-5FBF-12DE-54B5-B989DD2F15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9744" y="3438280"/>
              <a:ext cx="295227" cy="360426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Line 98">
              <a:extLst>
                <a:ext uri="{FF2B5EF4-FFF2-40B4-BE49-F238E27FC236}">
                  <a16:creationId xmlns:a16="http://schemas.microsoft.com/office/drawing/2014/main" id="{18FDE48C-2589-B151-6273-717DA6406F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0532" y="3941606"/>
              <a:ext cx="133329" cy="27309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99">
              <a:extLst>
                <a:ext uri="{FF2B5EF4-FFF2-40B4-BE49-F238E27FC236}">
                  <a16:creationId xmlns:a16="http://schemas.microsoft.com/office/drawing/2014/main" id="{3E047B2B-45D0-26B3-BE98-D99BB283E1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9421" y="4387771"/>
              <a:ext cx="155550" cy="260395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100">
              <a:extLst>
                <a:ext uri="{FF2B5EF4-FFF2-40B4-BE49-F238E27FC236}">
                  <a16:creationId xmlns:a16="http://schemas.microsoft.com/office/drawing/2014/main" id="{C62C3792-58D1-D559-D0F7-3312E9BFF9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80854" y="4381419"/>
              <a:ext cx="80950" cy="23657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Line 101">
              <a:extLst>
                <a:ext uri="{FF2B5EF4-FFF2-40B4-BE49-F238E27FC236}">
                  <a16:creationId xmlns:a16="http://schemas.microsoft.com/office/drawing/2014/main" id="{6171C4E1-01AC-77BA-92C6-52B057FF22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07848" y="4791066"/>
              <a:ext cx="219040" cy="24293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102">
              <a:extLst>
                <a:ext uri="{FF2B5EF4-FFF2-40B4-BE49-F238E27FC236}">
                  <a16:creationId xmlns:a16="http://schemas.microsoft.com/office/drawing/2014/main" id="{EF518785-BA06-B0F3-D248-930AF61BA6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1675" y="2893673"/>
              <a:ext cx="482522" cy="154014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Line 103">
              <a:extLst>
                <a:ext uri="{FF2B5EF4-FFF2-40B4-BE49-F238E27FC236}">
                  <a16:creationId xmlns:a16="http://schemas.microsoft.com/office/drawing/2014/main" id="{792AED9E-99F9-D245-EA65-17C6183C6E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0543" y="2887322"/>
              <a:ext cx="74600" cy="41599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108" name="AutoShape 104">
              <a:extLst>
                <a:ext uri="{FF2B5EF4-FFF2-40B4-BE49-F238E27FC236}">
                  <a16:creationId xmlns:a16="http://schemas.microsoft.com/office/drawing/2014/main" id="{4A0DE410-EC26-9218-C1AD-3B915910E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9939" y="5331095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109" name="AutoShape 105">
              <a:extLst>
                <a:ext uri="{FF2B5EF4-FFF2-40B4-BE49-F238E27FC236}">
                  <a16:creationId xmlns:a16="http://schemas.microsoft.com/office/drawing/2014/main" id="{62474254-CF19-9B00-4561-644E597AD6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7563" y="5424146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110" name="AutoShape 106">
              <a:extLst>
                <a:ext uri="{FF2B5EF4-FFF2-40B4-BE49-F238E27FC236}">
                  <a16:creationId xmlns:a16="http://schemas.microsoft.com/office/drawing/2014/main" id="{D11E23C4-6A03-B60A-9B7F-49F09532C6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1802" y="5790147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111" name="AutoShape 107">
              <a:extLst>
                <a:ext uri="{FF2B5EF4-FFF2-40B4-BE49-F238E27FC236}">
                  <a16:creationId xmlns:a16="http://schemas.microsoft.com/office/drawing/2014/main" id="{C55AFEF0-B5C0-5490-0F1D-AA9087FCE0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7710" y="5405536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112" name="AutoShape 108">
              <a:extLst>
                <a:ext uri="{FF2B5EF4-FFF2-40B4-BE49-F238E27FC236}">
                  <a16:creationId xmlns:a16="http://schemas.microsoft.com/office/drawing/2014/main" id="{27886538-316F-AD91-0264-69843385D6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3177" y="4301330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44" name="Line 109">
              <a:extLst>
                <a:ext uri="{FF2B5EF4-FFF2-40B4-BE49-F238E27FC236}">
                  <a16:creationId xmlns:a16="http://schemas.microsoft.com/office/drawing/2014/main" id="{1E4DDC3E-28D9-1EEE-17E1-20EFE5D920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874" y="4791066"/>
              <a:ext cx="133329" cy="539844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Line 110">
              <a:extLst>
                <a:ext uri="{FF2B5EF4-FFF2-40B4-BE49-F238E27FC236}">
                  <a16:creationId xmlns:a16="http://schemas.microsoft.com/office/drawing/2014/main" id="{5895E7EE-F735-931B-36D1-02C2500F2F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98300" y="5157843"/>
              <a:ext cx="144439" cy="198472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Line 111">
              <a:extLst>
                <a:ext uri="{FF2B5EF4-FFF2-40B4-BE49-F238E27FC236}">
                  <a16:creationId xmlns:a16="http://schemas.microsoft.com/office/drawing/2014/main" id="{37A1B3D0-2409-00E6-F244-698D64D93D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6914" y="5492863"/>
              <a:ext cx="588867" cy="36518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Line 112">
              <a:extLst>
                <a:ext uri="{FF2B5EF4-FFF2-40B4-BE49-F238E27FC236}">
                  <a16:creationId xmlns:a16="http://schemas.microsoft.com/office/drawing/2014/main" id="{9891381E-A9D9-A375-F341-86F270C922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28486" y="5175308"/>
              <a:ext cx="15872" cy="24293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Line 113">
              <a:extLst>
                <a:ext uri="{FF2B5EF4-FFF2-40B4-BE49-F238E27FC236}">
                  <a16:creationId xmlns:a16="http://schemas.microsoft.com/office/drawing/2014/main" id="{709FA528-6463-D063-2868-7019056D5E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82438" y="4816470"/>
              <a:ext cx="207930" cy="589066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Line 114">
              <a:extLst>
                <a:ext uri="{FF2B5EF4-FFF2-40B4-BE49-F238E27FC236}">
                  <a16:creationId xmlns:a16="http://schemas.microsoft.com/office/drawing/2014/main" id="{AE85A582-8F2D-38A9-F242-01C2A2239E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42760" y="5578603"/>
              <a:ext cx="76188" cy="217526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Line 115">
              <a:extLst>
                <a:ext uri="{FF2B5EF4-FFF2-40B4-BE49-F238E27FC236}">
                  <a16:creationId xmlns:a16="http://schemas.microsoft.com/office/drawing/2014/main" id="{6409AEED-9742-F71B-D89D-8B66F81AD1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614" y="5567489"/>
              <a:ext cx="266657" cy="266747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Line 116">
              <a:extLst>
                <a:ext uri="{FF2B5EF4-FFF2-40B4-BE49-F238E27FC236}">
                  <a16:creationId xmlns:a16="http://schemas.microsoft.com/office/drawing/2014/main" id="{36E859CE-1B2F-E2E1-CA94-ADF4C5BC1B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5283" y="3166771"/>
              <a:ext cx="250785" cy="53349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121" name="AutoShape 117">
              <a:extLst>
                <a:ext uri="{FF2B5EF4-FFF2-40B4-BE49-F238E27FC236}">
                  <a16:creationId xmlns:a16="http://schemas.microsoft.com/office/drawing/2014/main" id="{3E162FFA-341C-AE4F-FE3A-F54E107E647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722482" y="3680989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122" name="AutoShape 118">
              <a:extLst>
                <a:ext uri="{FF2B5EF4-FFF2-40B4-BE49-F238E27FC236}">
                  <a16:creationId xmlns:a16="http://schemas.microsoft.com/office/drawing/2014/main" id="{E81D29F1-6AEA-DFAF-EBE1-DA40395D0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4432" y="3035835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54" name="Line 119">
              <a:extLst>
                <a:ext uri="{FF2B5EF4-FFF2-40B4-BE49-F238E27FC236}">
                  <a16:creationId xmlns:a16="http://schemas.microsoft.com/office/drawing/2014/main" id="{47C6349E-EF0D-94A5-8AFA-46BC3C114F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7526" y="2825398"/>
              <a:ext cx="485697" cy="234991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Line 120">
              <a:extLst>
                <a:ext uri="{FF2B5EF4-FFF2-40B4-BE49-F238E27FC236}">
                  <a16:creationId xmlns:a16="http://schemas.microsoft.com/office/drawing/2014/main" id="{BFBB229A-4B3F-D619-DD2D-A76BBA1690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3872" y="3935255"/>
              <a:ext cx="107933" cy="298502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125" name="AutoShape 121">
              <a:extLst>
                <a:ext uri="{FF2B5EF4-FFF2-40B4-BE49-F238E27FC236}">
                  <a16:creationId xmlns:a16="http://schemas.microsoft.com/office/drawing/2014/main" id="{05DF694D-6AC9-A1DF-D1F2-3343B0D0B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887" y="5008518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57" name="Line 122">
              <a:extLst>
                <a:ext uri="{FF2B5EF4-FFF2-40B4-BE49-F238E27FC236}">
                  <a16:creationId xmlns:a16="http://schemas.microsoft.com/office/drawing/2014/main" id="{6EDF1ED6-7ACA-A12A-E976-5778C3A566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95118" y="4456045"/>
              <a:ext cx="85711" cy="53349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127" name="AutoShape 123">
              <a:extLst>
                <a:ext uri="{FF2B5EF4-FFF2-40B4-BE49-F238E27FC236}">
                  <a16:creationId xmlns:a16="http://schemas.microsoft.com/office/drawing/2014/main" id="{43C34608-E89B-5F1B-2CE7-680E0131CB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5613" y="5355909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59" name="Line 124">
              <a:extLst>
                <a:ext uri="{FF2B5EF4-FFF2-40B4-BE49-F238E27FC236}">
                  <a16:creationId xmlns:a16="http://schemas.microsoft.com/office/drawing/2014/main" id="{2EFBC014-A6E0-9F93-C869-07C9A479B7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76093" y="5486512"/>
              <a:ext cx="341257" cy="36518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Freeform 125">
              <a:extLst>
                <a:ext uri="{FF2B5EF4-FFF2-40B4-BE49-F238E27FC236}">
                  <a16:creationId xmlns:a16="http://schemas.microsoft.com/office/drawing/2014/main" id="{753EAC7B-50F8-A0AA-75B3-AC4DFF4F4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723" y="3866980"/>
              <a:ext cx="336496" cy="1597303"/>
            </a:xfrm>
            <a:custGeom>
              <a:avLst/>
              <a:gdLst>
                <a:gd name="T0" fmla="*/ 336496 w 126"/>
                <a:gd name="T1" fmla="*/ 1563186 h 515"/>
                <a:gd name="T2" fmla="*/ 90801 w 126"/>
                <a:gd name="T3" fmla="*/ 1426717 h 515"/>
                <a:gd name="T4" fmla="*/ 48071 w 126"/>
                <a:gd name="T5" fmla="*/ 1315061 h 515"/>
                <a:gd name="T6" fmla="*/ 26706 w 126"/>
                <a:gd name="T7" fmla="*/ 1240624 h 515"/>
                <a:gd name="T8" fmla="*/ 16024 w 126"/>
                <a:gd name="T9" fmla="*/ 272937 h 515"/>
                <a:gd name="T10" fmla="*/ 112165 w 126"/>
                <a:gd name="T11" fmla="*/ 74437 h 515"/>
                <a:gd name="T12" fmla="*/ 208307 w 126"/>
                <a:gd name="T13" fmla="*/ 0 h 5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6" h="515">
                  <a:moveTo>
                    <a:pt x="126" y="504"/>
                  </a:moveTo>
                  <a:cubicBezTo>
                    <a:pt x="93" y="515"/>
                    <a:pt x="48" y="493"/>
                    <a:pt x="34" y="460"/>
                  </a:cubicBezTo>
                  <a:cubicBezTo>
                    <a:pt x="30" y="451"/>
                    <a:pt x="22" y="434"/>
                    <a:pt x="18" y="424"/>
                  </a:cubicBezTo>
                  <a:cubicBezTo>
                    <a:pt x="15" y="416"/>
                    <a:pt x="10" y="400"/>
                    <a:pt x="10" y="400"/>
                  </a:cubicBezTo>
                  <a:cubicBezTo>
                    <a:pt x="0" y="295"/>
                    <a:pt x="0" y="195"/>
                    <a:pt x="6" y="88"/>
                  </a:cubicBezTo>
                  <a:cubicBezTo>
                    <a:pt x="7" y="69"/>
                    <a:pt x="24" y="30"/>
                    <a:pt x="42" y="24"/>
                  </a:cubicBezTo>
                  <a:cubicBezTo>
                    <a:pt x="54" y="6"/>
                    <a:pt x="65" y="13"/>
                    <a:pt x="78" y="0"/>
                  </a:cubicBezTo>
                </a:path>
              </a:pathLst>
            </a:custGeom>
            <a:noFill/>
            <a:ln w="381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Freeform 126">
              <a:extLst>
                <a:ext uri="{FF2B5EF4-FFF2-40B4-BE49-F238E27FC236}">
                  <a16:creationId xmlns:a16="http://schemas.microsoft.com/office/drawing/2014/main" id="{FFAF5194-87DE-43B6-6F3F-2D74A1561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3212" y="3768538"/>
              <a:ext cx="304751" cy="1301977"/>
            </a:xfrm>
            <a:custGeom>
              <a:avLst/>
              <a:gdLst>
                <a:gd name="T0" fmla="*/ 0 w 114"/>
                <a:gd name="T1" fmla="*/ 1301977 h 420"/>
                <a:gd name="T2" fmla="*/ 203167 w 114"/>
                <a:gd name="T3" fmla="*/ 1115980 h 420"/>
                <a:gd name="T4" fmla="*/ 288711 w 114"/>
                <a:gd name="T5" fmla="*/ 210796 h 420"/>
                <a:gd name="T6" fmla="*/ 106930 w 114"/>
                <a:gd name="T7" fmla="*/ 0 h 4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4" h="420">
                  <a:moveTo>
                    <a:pt x="0" y="420"/>
                  </a:moveTo>
                  <a:cubicBezTo>
                    <a:pt x="29" y="419"/>
                    <a:pt x="58" y="419"/>
                    <a:pt x="76" y="360"/>
                  </a:cubicBezTo>
                  <a:cubicBezTo>
                    <a:pt x="94" y="301"/>
                    <a:pt x="114" y="128"/>
                    <a:pt x="108" y="68"/>
                  </a:cubicBezTo>
                  <a:cubicBezTo>
                    <a:pt x="102" y="8"/>
                    <a:pt x="71" y="4"/>
                    <a:pt x="40" y="0"/>
                  </a:cubicBezTo>
                </a:path>
              </a:pathLst>
            </a:custGeom>
            <a:noFill/>
            <a:ln w="381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14D1594-F8D4-C7E0-A357-8089B089598A}"/>
              </a:ext>
            </a:extLst>
          </p:cNvPr>
          <p:cNvGrpSpPr>
            <a:grpSpLocks/>
          </p:cNvGrpSpPr>
          <p:nvPr/>
        </p:nvGrpSpPr>
        <p:grpSpPr bwMode="auto">
          <a:xfrm>
            <a:off x="1365250" y="2338388"/>
            <a:ext cx="2160588" cy="3200400"/>
            <a:chOff x="2877723" y="2738071"/>
            <a:chExt cx="2160240" cy="3200958"/>
          </a:xfrm>
        </p:grpSpPr>
        <p:sp>
          <p:nvSpPr>
            <p:cNvPr id="79021" name="AutoShape 72">
              <a:extLst>
                <a:ext uri="{FF2B5EF4-FFF2-40B4-BE49-F238E27FC236}">
                  <a16:creationId xmlns:a16="http://schemas.microsoft.com/office/drawing/2014/main" id="{CDE36A8C-271D-A34E-5EDC-14766BFF6E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2776" y="2738071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22" name="AutoShape 73">
              <a:extLst>
                <a:ext uri="{FF2B5EF4-FFF2-40B4-BE49-F238E27FC236}">
                  <a16:creationId xmlns:a16="http://schemas.microsoft.com/office/drawing/2014/main" id="{3CDBE363-C926-F05D-696E-0A59418809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9939" y="3011021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23" name="AutoShape 74">
              <a:extLst>
                <a:ext uri="{FF2B5EF4-FFF2-40B4-BE49-F238E27FC236}">
                  <a16:creationId xmlns:a16="http://schemas.microsoft.com/office/drawing/2014/main" id="{01722AA9-7C04-BBDE-13CA-80CF84448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454" y="3321191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24" name="AutoShape 75">
              <a:extLst>
                <a:ext uri="{FF2B5EF4-FFF2-40B4-BE49-F238E27FC236}">
                  <a16:creationId xmlns:a16="http://schemas.microsoft.com/office/drawing/2014/main" id="{FA156AE0-BA35-A327-4AB5-986ADDFC8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2302" y="3780243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25" name="AutoShape 76">
              <a:extLst>
                <a:ext uri="{FF2B5EF4-FFF2-40B4-BE49-F238E27FC236}">
                  <a16:creationId xmlns:a16="http://schemas.microsoft.com/office/drawing/2014/main" id="{FD4F4238-DB19-D5D6-2AF6-06CC04542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2155" y="3780243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26" name="AutoShape 77">
              <a:extLst>
                <a:ext uri="{FF2B5EF4-FFF2-40B4-BE49-F238E27FC236}">
                  <a16:creationId xmlns:a16="http://schemas.microsoft.com/office/drawing/2014/main" id="{2F6CFA62-6335-06AE-0FCA-B8195624A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0620" y="3780243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27" name="AutoShape 78">
              <a:extLst>
                <a:ext uri="{FF2B5EF4-FFF2-40B4-BE49-F238E27FC236}">
                  <a16:creationId xmlns:a16="http://schemas.microsoft.com/office/drawing/2014/main" id="{6F52170C-0F85-D7D8-FBA1-746E4D73E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6795" y="3780243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28" name="AutoShape 79">
              <a:extLst>
                <a:ext uri="{FF2B5EF4-FFF2-40B4-BE49-F238E27FC236}">
                  <a16:creationId xmlns:a16="http://schemas.microsoft.com/office/drawing/2014/main" id="{E827D8B2-C2DC-BEDA-4861-0AA52FB8E0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8965" y="4214482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29" name="AutoShape 80">
              <a:extLst>
                <a:ext uri="{FF2B5EF4-FFF2-40B4-BE49-F238E27FC236}">
                  <a16:creationId xmlns:a16="http://schemas.microsoft.com/office/drawing/2014/main" id="{6831A426-2496-7576-0AAC-ED97298FF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951" y="4214482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30" name="AutoShape 81">
              <a:extLst>
                <a:ext uri="{FF2B5EF4-FFF2-40B4-BE49-F238E27FC236}">
                  <a16:creationId xmlns:a16="http://schemas.microsoft.com/office/drawing/2014/main" id="{EC224346-DAF1-C13F-236A-2D8706CF2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0487" y="4214482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31" name="AutoShape 82">
              <a:extLst>
                <a:ext uri="{FF2B5EF4-FFF2-40B4-BE49-F238E27FC236}">
                  <a16:creationId xmlns:a16="http://schemas.microsoft.com/office/drawing/2014/main" id="{7D7135EB-BA27-BF86-15B9-CBE5ED74F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0620" y="4636314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32" name="AutoShape 83">
              <a:extLst>
                <a:ext uri="{FF2B5EF4-FFF2-40B4-BE49-F238E27FC236}">
                  <a16:creationId xmlns:a16="http://schemas.microsoft.com/office/drawing/2014/main" id="{B7851CAF-77F2-CDDD-E553-40CBE5BBAA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7296" y="4636314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33" name="AutoShape 84">
              <a:extLst>
                <a:ext uri="{FF2B5EF4-FFF2-40B4-BE49-F238E27FC236}">
                  <a16:creationId xmlns:a16="http://schemas.microsoft.com/office/drawing/2014/main" id="{7B17DE7E-9BB6-6977-B84D-D593B3FCB4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0487" y="5020925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34" name="AutoShape 85">
              <a:extLst>
                <a:ext uri="{FF2B5EF4-FFF2-40B4-BE49-F238E27FC236}">
                  <a16:creationId xmlns:a16="http://schemas.microsoft.com/office/drawing/2014/main" id="{A525563C-ABAD-D0EE-90BC-59CF62C02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2790" y="4636314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35" name="AutoShape 86">
              <a:extLst>
                <a:ext uri="{FF2B5EF4-FFF2-40B4-BE49-F238E27FC236}">
                  <a16:creationId xmlns:a16="http://schemas.microsoft.com/office/drawing/2014/main" id="{2281BFA3-4050-2290-4F97-4B4A64DF57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6795" y="4636314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" name="Line 87">
              <a:extLst>
                <a:ext uri="{FF2B5EF4-FFF2-40B4-BE49-F238E27FC236}">
                  <a16:creationId xmlns:a16="http://schemas.microsoft.com/office/drawing/2014/main" id="{4B177760-BBB8-4531-2C8C-0FBB6C9C97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44380" y="3171534"/>
              <a:ext cx="85711" cy="63352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" name="Line 88">
              <a:extLst>
                <a:ext uri="{FF2B5EF4-FFF2-40B4-BE49-F238E27FC236}">
                  <a16:creationId xmlns:a16="http://schemas.microsoft.com/office/drawing/2014/main" id="{E4FEA003-B2E2-C403-3E5D-A9742D7EA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0091" y="3928904"/>
              <a:ext cx="128567" cy="2858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" name="Line 89">
              <a:extLst>
                <a:ext uri="{FF2B5EF4-FFF2-40B4-BE49-F238E27FC236}">
                  <a16:creationId xmlns:a16="http://schemas.microsoft.com/office/drawing/2014/main" id="{A832860D-FC9D-E9D9-6CAA-7E50932320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01525" y="3928904"/>
              <a:ext cx="60315" cy="70814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" name="Line 90">
              <a:extLst>
                <a:ext uri="{FF2B5EF4-FFF2-40B4-BE49-F238E27FC236}">
                  <a16:creationId xmlns:a16="http://schemas.microsoft.com/office/drawing/2014/main" id="{A69E0AB6-6BB6-7412-7469-EEBC545340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1826" y="4784715"/>
              <a:ext cx="128566" cy="23657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" name="Line 91">
              <a:extLst>
                <a:ext uri="{FF2B5EF4-FFF2-40B4-BE49-F238E27FC236}">
                  <a16:creationId xmlns:a16="http://schemas.microsoft.com/office/drawing/2014/main" id="{2CA05C1E-A993-4057-6C6A-A220DE12AE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5802" y="3171534"/>
              <a:ext cx="299990" cy="60811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Line 92">
              <a:extLst>
                <a:ext uri="{FF2B5EF4-FFF2-40B4-BE49-F238E27FC236}">
                  <a16:creationId xmlns:a16="http://schemas.microsoft.com/office/drawing/2014/main" id="{32031B1E-9EEE-2945-EE58-56DAE09B39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7537" y="3941606"/>
              <a:ext cx="85711" cy="27309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" name="Line 93">
              <a:extLst>
                <a:ext uri="{FF2B5EF4-FFF2-40B4-BE49-F238E27FC236}">
                  <a16:creationId xmlns:a16="http://schemas.microsoft.com/office/drawing/2014/main" id="{997C0431-E57A-87D2-DCB1-CF55D97B1B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9607" y="4381419"/>
              <a:ext cx="79362" cy="24293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Line 94">
              <a:extLst>
                <a:ext uri="{FF2B5EF4-FFF2-40B4-BE49-F238E27FC236}">
                  <a16:creationId xmlns:a16="http://schemas.microsoft.com/office/drawing/2014/main" id="{71B7525C-3EF1-9D75-9D09-556E53A2EF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0231" y="4381419"/>
              <a:ext cx="0" cy="60811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Line 95">
              <a:extLst>
                <a:ext uri="{FF2B5EF4-FFF2-40B4-BE49-F238E27FC236}">
                  <a16:creationId xmlns:a16="http://schemas.microsoft.com/office/drawing/2014/main" id="{0E409C7C-FACB-F58C-ADF3-22B0CF2351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0829" y="3847926"/>
              <a:ext cx="22221" cy="47157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Line 96">
              <a:extLst>
                <a:ext uri="{FF2B5EF4-FFF2-40B4-BE49-F238E27FC236}">
                  <a16:creationId xmlns:a16="http://schemas.microsoft.com/office/drawing/2014/main" id="{7FDF2FC6-8FA6-1B46-500A-CD75EE3D79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5143" y="3482738"/>
              <a:ext cx="80950" cy="303266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" name="Line 97">
              <a:extLst>
                <a:ext uri="{FF2B5EF4-FFF2-40B4-BE49-F238E27FC236}">
                  <a16:creationId xmlns:a16="http://schemas.microsoft.com/office/drawing/2014/main" id="{37D363D7-9F74-29E1-B311-75ED496BD6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9744" y="3438280"/>
              <a:ext cx="295227" cy="360426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Line 98">
              <a:extLst>
                <a:ext uri="{FF2B5EF4-FFF2-40B4-BE49-F238E27FC236}">
                  <a16:creationId xmlns:a16="http://schemas.microsoft.com/office/drawing/2014/main" id="{E89F8095-C09D-4EDE-EFFC-CB334824BC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0532" y="3941606"/>
              <a:ext cx="133329" cy="27309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Line 99">
              <a:extLst>
                <a:ext uri="{FF2B5EF4-FFF2-40B4-BE49-F238E27FC236}">
                  <a16:creationId xmlns:a16="http://schemas.microsoft.com/office/drawing/2014/main" id="{B5138FD0-9C30-9684-93A5-BC7A190489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9421" y="4387771"/>
              <a:ext cx="155550" cy="260395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" name="Line 100">
              <a:extLst>
                <a:ext uri="{FF2B5EF4-FFF2-40B4-BE49-F238E27FC236}">
                  <a16:creationId xmlns:a16="http://schemas.microsoft.com/office/drawing/2014/main" id="{2E0DD1C6-0C56-2879-BC14-39F7D62B4D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80854" y="4381419"/>
              <a:ext cx="80950" cy="236579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" name="Line 101">
              <a:extLst>
                <a:ext uri="{FF2B5EF4-FFF2-40B4-BE49-F238E27FC236}">
                  <a16:creationId xmlns:a16="http://schemas.microsoft.com/office/drawing/2014/main" id="{07603E19-1E4E-A0A5-0E7C-E38AA7ECD1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07848" y="4791066"/>
              <a:ext cx="219040" cy="242930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" name="Line 102">
              <a:extLst>
                <a:ext uri="{FF2B5EF4-FFF2-40B4-BE49-F238E27FC236}">
                  <a16:creationId xmlns:a16="http://schemas.microsoft.com/office/drawing/2014/main" id="{A4FAEE46-6DED-D3D6-3C56-261B3CF81A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1675" y="2893673"/>
              <a:ext cx="482522" cy="154014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" name="Line 103">
              <a:extLst>
                <a:ext uri="{FF2B5EF4-FFF2-40B4-BE49-F238E27FC236}">
                  <a16:creationId xmlns:a16="http://schemas.microsoft.com/office/drawing/2014/main" id="{0CEC32F1-2297-083A-ED90-36BA3D201C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0543" y="2887322"/>
              <a:ext cx="74600" cy="415998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053" name="AutoShape 104">
              <a:extLst>
                <a:ext uri="{FF2B5EF4-FFF2-40B4-BE49-F238E27FC236}">
                  <a16:creationId xmlns:a16="http://schemas.microsoft.com/office/drawing/2014/main" id="{EDFE811F-E234-00D8-CB4F-2FB712B428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9939" y="5331095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54" name="AutoShape 105">
              <a:extLst>
                <a:ext uri="{FF2B5EF4-FFF2-40B4-BE49-F238E27FC236}">
                  <a16:creationId xmlns:a16="http://schemas.microsoft.com/office/drawing/2014/main" id="{CFA8EB7C-5D85-D8F8-6624-3CB0EC9745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7563" y="5424146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55" name="AutoShape 106">
              <a:extLst>
                <a:ext uri="{FF2B5EF4-FFF2-40B4-BE49-F238E27FC236}">
                  <a16:creationId xmlns:a16="http://schemas.microsoft.com/office/drawing/2014/main" id="{D4A93D65-8C0E-ECC3-F2F7-4C12254DB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1802" y="5790147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56" name="AutoShape 107">
              <a:extLst>
                <a:ext uri="{FF2B5EF4-FFF2-40B4-BE49-F238E27FC236}">
                  <a16:creationId xmlns:a16="http://schemas.microsoft.com/office/drawing/2014/main" id="{8C55D3CD-1450-03AE-165B-531CF120D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7710" y="5405536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57" name="AutoShape 108">
              <a:extLst>
                <a:ext uri="{FF2B5EF4-FFF2-40B4-BE49-F238E27FC236}">
                  <a16:creationId xmlns:a16="http://schemas.microsoft.com/office/drawing/2014/main" id="{FAC9F7B9-E6D0-795A-F00D-E4FB77A0E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3177" y="4301330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100" name="Line 109">
              <a:extLst>
                <a:ext uri="{FF2B5EF4-FFF2-40B4-BE49-F238E27FC236}">
                  <a16:creationId xmlns:a16="http://schemas.microsoft.com/office/drawing/2014/main" id="{E289BDA3-5A24-44A4-5D95-FD6A187214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874" y="4791066"/>
              <a:ext cx="133329" cy="539844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" name="Line 110">
              <a:extLst>
                <a:ext uri="{FF2B5EF4-FFF2-40B4-BE49-F238E27FC236}">
                  <a16:creationId xmlns:a16="http://schemas.microsoft.com/office/drawing/2014/main" id="{5DBB4815-5A38-E8FC-271B-029C182C00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98300" y="5157843"/>
              <a:ext cx="144439" cy="198472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" name="Line 111">
              <a:extLst>
                <a:ext uri="{FF2B5EF4-FFF2-40B4-BE49-F238E27FC236}">
                  <a16:creationId xmlns:a16="http://schemas.microsoft.com/office/drawing/2014/main" id="{8193AF91-84A2-680C-1CB3-B0247F470D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6914" y="5492863"/>
              <a:ext cx="588867" cy="36518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" name="Line 112">
              <a:extLst>
                <a:ext uri="{FF2B5EF4-FFF2-40B4-BE49-F238E27FC236}">
                  <a16:creationId xmlns:a16="http://schemas.microsoft.com/office/drawing/2014/main" id="{EA161D22-B52C-DFF2-DFD0-B9B4283041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28486" y="5175308"/>
              <a:ext cx="15872" cy="242930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" name="Line 113">
              <a:extLst>
                <a:ext uri="{FF2B5EF4-FFF2-40B4-BE49-F238E27FC236}">
                  <a16:creationId xmlns:a16="http://schemas.microsoft.com/office/drawing/2014/main" id="{A8364733-C6A6-E6C4-6656-38D3663059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82438" y="4816470"/>
              <a:ext cx="207930" cy="589066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" name="Line 114">
              <a:extLst>
                <a:ext uri="{FF2B5EF4-FFF2-40B4-BE49-F238E27FC236}">
                  <a16:creationId xmlns:a16="http://schemas.microsoft.com/office/drawing/2014/main" id="{49962347-93EE-0640-6967-CB29A6E903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42760" y="5578603"/>
              <a:ext cx="76188" cy="217526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" name="Line 115">
              <a:extLst>
                <a:ext uri="{FF2B5EF4-FFF2-40B4-BE49-F238E27FC236}">
                  <a16:creationId xmlns:a16="http://schemas.microsoft.com/office/drawing/2014/main" id="{FA4D8EA3-F6D7-17D3-D309-EA3B9EEEC6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614" y="5567489"/>
              <a:ext cx="266657" cy="266747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" name="Line 116">
              <a:extLst>
                <a:ext uri="{FF2B5EF4-FFF2-40B4-BE49-F238E27FC236}">
                  <a16:creationId xmlns:a16="http://schemas.microsoft.com/office/drawing/2014/main" id="{FBFA7934-5862-CAF4-6EA6-4FA3154916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5283" y="3166771"/>
              <a:ext cx="250785" cy="53349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066" name="AutoShape 117">
              <a:extLst>
                <a:ext uri="{FF2B5EF4-FFF2-40B4-BE49-F238E27FC236}">
                  <a16:creationId xmlns:a16="http://schemas.microsoft.com/office/drawing/2014/main" id="{5305919E-90CD-30A5-26CD-A95AE8D94A7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722482" y="3680989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67" name="AutoShape 118">
              <a:extLst>
                <a:ext uri="{FF2B5EF4-FFF2-40B4-BE49-F238E27FC236}">
                  <a16:creationId xmlns:a16="http://schemas.microsoft.com/office/drawing/2014/main" id="{0A4D3AB0-B81C-2330-14B0-DE44C59BBA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4432" y="3035835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110" name="Line 119">
              <a:extLst>
                <a:ext uri="{FF2B5EF4-FFF2-40B4-BE49-F238E27FC236}">
                  <a16:creationId xmlns:a16="http://schemas.microsoft.com/office/drawing/2014/main" id="{6622E2A5-AA49-95DD-0113-778BC522DC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7526" y="2825398"/>
              <a:ext cx="485697" cy="234991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" name="Line 120">
              <a:extLst>
                <a:ext uri="{FF2B5EF4-FFF2-40B4-BE49-F238E27FC236}">
                  <a16:creationId xmlns:a16="http://schemas.microsoft.com/office/drawing/2014/main" id="{64B5732F-A49A-2CA3-DBEF-CD6858E458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3872" y="3935255"/>
              <a:ext cx="107933" cy="298502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070" name="AutoShape 121">
              <a:extLst>
                <a:ext uri="{FF2B5EF4-FFF2-40B4-BE49-F238E27FC236}">
                  <a16:creationId xmlns:a16="http://schemas.microsoft.com/office/drawing/2014/main" id="{F423D117-4666-0A1B-CDA7-7F99A2DA6B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887" y="5008518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113" name="Line 122">
              <a:extLst>
                <a:ext uri="{FF2B5EF4-FFF2-40B4-BE49-F238E27FC236}">
                  <a16:creationId xmlns:a16="http://schemas.microsoft.com/office/drawing/2014/main" id="{BC2EE6BF-13AA-07AF-CC1D-DD4B07E6B9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95118" y="4456045"/>
              <a:ext cx="85711" cy="53349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072" name="AutoShape 123">
              <a:extLst>
                <a:ext uri="{FF2B5EF4-FFF2-40B4-BE49-F238E27FC236}">
                  <a16:creationId xmlns:a16="http://schemas.microsoft.com/office/drawing/2014/main" id="{608EED91-A1F9-7282-B7E1-E73C94C05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5613" y="5355909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115" name="Line 124">
              <a:extLst>
                <a:ext uri="{FF2B5EF4-FFF2-40B4-BE49-F238E27FC236}">
                  <a16:creationId xmlns:a16="http://schemas.microsoft.com/office/drawing/2014/main" id="{4432E945-59E7-F41A-BFFE-37E4569C52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76093" y="5486512"/>
              <a:ext cx="341257" cy="36518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" name="Freeform 125">
              <a:extLst>
                <a:ext uri="{FF2B5EF4-FFF2-40B4-BE49-F238E27FC236}">
                  <a16:creationId xmlns:a16="http://schemas.microsoft.com/office/drawing/2014/main" id="{17BA3496-5D10-DFD5-62B3-3CA42C39B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723" y="3866980"/>
              <a:ext cx="336496" cy="1597303"/>
            </a:xfrm>
            <a:custGeom>
              <a:avLst/>
              <a:gdLst>
                <a:gd name="T0" fmla="*/ 336496 w 126"/>
                <a:gd name="T1" fmla="*/ 1563186 h 515"/>
                <a:gd name="T2" fmla="*/ 90801 w 126"/>
                <a:gd name="T3" fmla="*/ 1426717 h 515"/>
                <a:gd name="T4" fmla="*/ 48071 w 126"/>
                <a:gd name="T5" fmla="*/ 1315061 h 515"/>
                <a:gd name="T6" fmla="*/ 26706 w 126"/>
                <a:gd name="T7" fmla="*/ 1240624 h 515"/>
                <a:gd name="T8" fmla="*/ 16024 w 126"/>
                <a:gd name="T9" fmla="*/ 272937 h 515"/>
                <a:gd name="T10" fmla="*/ 112165 w 126"/>
                <a:gd name="T11" fmla="*/ 74437 h 515"/>
                <a:gd name="T12" fmla="*/ 208307 w 126"/>
                <a:gd name="T13" fmla="*/ 0 h 5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6" h="515">
                  <a:moveTo>
                    <a:pt x="126" y="504"/>
                  </a:moveTo>
                  <a:cubicBezTo>
                    <a:pt x="93" y="515"/>
                    <a:pt x="48" y="493"/>
                    <a:pt x="34" y="460"/>
                  </a:cubicBezTo>
                  <a:cubicBezTo>
                    <a:pt x="30" y="451"/>
                    <a:pt x="22" y="434"/>
                    <a:pt x="18" y="424"/>
                  </a:cubicBezTo>
                  <a:cubicBezTo>
                    <a:pt x="15" y="416"/>
                    <a:pt x="10" y="400"/>
                    <a:pt x="10" y="400"/>
                  </a:cubicBezTo>
                  <a:cubicBezTo>
                    <a:pt x="0" y="295"/>
                    <a:pt x="0" y="195"/>
                    <a:pt x="6" y="88"/>
                  </a:cubicBezTo>
                  <a:cubicBezTo>
                    <a:pt x="7" y="69"/>
                    <a:pt x="24" y="30"/>
                    <a:pt x="42" y="24"/>
                  </a:cubicBezTo>
                  <a:cubicBezTo>
                    <a:pt x="54" y="6"/>
                    <a:pt x="65" y="13"/>
                    <a:pt x="78" y="0"/>
                  </a:cubicBezTo>
                </a:path>
              </a:pathLst>
            </a:custGeom>
            <a:noFill/>
            <a:ln w="381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" name="Freeform 126">
              <a:extLst>
                <a:ext uri="{FF2B5EF4-FFF2-40B4-BE49-F238E27FC236}">
                  <a16:creationId xmlns:a16="http://schemas.microsoft.com/office/drawing/2014/main" id="{0D6FC290-0CE7-16F6-7BFD-6F9C63733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3212" y="3768538"/>
              <a:ext cx="304751" cy="1301977"/>
            </a:xfrm>
            <a:custGeom>
              <a:avLst/>
              <a:gdLst>
                <a:gd name="T0" fmla="*/ 0 w 114"/>
                <a:gd name="T1" fmla="*/ 1301977 h 420"/>
                <a:gd name="T2" fmla="*/ 203167 w 114"/>
                <a:gd name="T3" fmla="*/ 1115980 h 420"/>
                <a:gd name="T4" fmla="*/ 288711 w 114"/>
                <a:gd name="T5" fmla="*/ 210796 h 420"/>
                <a:gd name="T6" fmla="*/ 106930 w 114"/>
                <a:gd name="T7" fmla="*/ 0 h 4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4" h="420">
                  <a:moveTo>
                    <a:pt x="0" y="420"/>
                  </a:moveTo>
                  <a:cubicBezTo>
                    <a:pt x="29" y="419"/>
                    <a:pt x="58" y="419"/>
                    <a:pt x="76" y="360"/>
                  </a:cubicBezTo>
                  <a:cubicBezTo>
                    <a:pt x="94" y="301"/>
                    <a:pt x="114" y="128"/>
                    <a:pt x="108" y="68"/>
                  </a:cubicBezTo>
                  <a:cubicBezTo>
                    <a:pt x="102" y="8"/>
                    <a:pt x="71" y="4"/>
                    <a:pt x="40" y="0"/>
                  </a:cubicBezTo>
                </a:path>
              </a:pathLst>
            </a:custGeom>
            <a:noFill/>
            <a:ln w="381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142A8FF-49FD-A731-F88A-58DC5312C37C}"/>
              </a:ext>
            </a:extLst>
          </p:cNvPr>
          <p:cNvGrpSpPr>
            <a:grpSpLocks/>
          </p:cNvGrpSpPr>
          <p:nvPr/>
        </p:nvGrpSpPr>
        <p:grpSpPr bwMode="auto">
          <a:xfrm>
            <a:off x="1358900" y="2338388"/>
            <a:ext cx="2160588" cy="3200400"/>
            <a:chOff x="2877723" y="2738071"/>
            <a:chExt cx="2160240" cy="3200958"/>
          </a:xfrm>
        </p:grpSpPr>
        <p:sp>
          <p:nvSpPr>
            <p:cNvPr id="78966" name="AutoShape 72">
              <a:extLst>
                <a:ext uri="{FF2B5EF4-FFF2-40B4-BE49-F238E27FC236}">
                  <a16:creationId xmlns:a16="http://schemas.microsoft.com/office/drawing/2014/main" id="{5923730B-36D3-3DE2-6F73-98FE756FE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2776" y="2738071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67" name="AutoShape 73">
              <a:extLst>
                <a:ext uri="{FF2B5EF4-FFF2-40B4-BE49-F238E27FC236}">
                  <a16:creationId xmlns:a16="http://schemas.microsoft.com/office/drawing/2014/main" id="{CA3C1E6F-A9D8-0952-6D66-1163F5254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9939" y="3011021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68" name="AutoShape 74">
              <a:extLst>
                <a:ext uri="{FF2B5EF4-FFF2-40B4-BE49-F238E27FC236}">
                  <a16:creationId xmlns:a16="http://schemas.microsoft.com/office/drawing/2014/main" id="{26B00D71-239B-06FE-BBB4-F54AA7C14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454" y="3321191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69" name="AutoShape 75">
              <a:extLst>
                <a:ext uri="{FF2B5EF4-FFF2-40B4-BE49-F238E27FC236}">
                  <a16:creationId xmlns:a16="http://schemas.microsoft.com/office/drawing/2014/main" id="{6E36B5AE-938F-45CF-427B-54149FB42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2302" y="3780243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70" name="AutoShape 76">
              <a:extLst>
                <a:ext uri="{FF2B5EF4-FFF2-40B4-BE49-F238E27FC236}">
                  <a16:creationId xmlns:a16="http://schemas.microsoft.com/office/drawing/2014/main" id="{853C5B07-039A-A53D-A844-0BEEBFC8F5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2155" y="3780243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71" name="AutoShape 77">
              <a:extLst>
                <a:ext uri="{FF2B5EF4-FFF2-40B4-BE49-F238E27FC236}">
                  <a16:creationId xmlns:a16="http://schemas.microsoft.com/office/drawing/2014/main" id="{46C795FF-DBFA-1A6F-E30E-77EA24E08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0620" y="3780243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72" name="AutoShape 78">
              <a:extLst>
                <a:ext uri="{FF2B5EF4-FFF2-40B4-BE49-F238E27FC236}">
                  <a16:creationId xmlns:a16="http://schemas.microsoft.com/office/drawing/2014/main" id="{1560E927-0E9B-335E-2269-0A2262E33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6795" y="3780243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73" name="AutoShape 79">
              <a:extLst>
                <a:ext uri="{FF2B5EF4-FFF2-40B4-BE49-F238E27FC236}">
                  <a16:creationId xmlns:a16="http://schemas.microsoft.com/office/drawing/2014/main" id="{E83F4105-1C01-0B37-0EA4-628CF39C49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8965" y="4214482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74" name="AutoShape 80">
              <a:extLst>
                <a:ext uri="{FF2B5EF4-FFF2-40B4-BE49-F238E27FC236}">
                  <a16:creationId xmlns:a16="http://schemas.microsoft.com/office/drawing/2014/main" id="{C4DF99AF-F77C-FB3A-3B8E-33B1953AA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951" y="4214482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75" name="AutoShape 81">
              <a:extLst>
                <a:ext uri="{FF2B5EF4-FFF2-40B4-BE49-F238E27FC236}">
                  <a16:creationId xmlns:a16="http://schemas.microsoft.com/office/drawing/2014/main" id="{7CAFD490-BBB8-8107-5902-054954727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0487" y="4214482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76" name="AutoShape 82">
              <a:extLst>
                <a:ext uri="{FF2B5EF4-FFF2-40B4-BE49-F238E27FC236}">
                  <a16:creationId xmlns:a16="http://schemas.microsoft.com/office/drawing/2014/main" id="{F2DEAEFA-0E2A-339A-50F1-886D9C68D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0620" y="4636314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77" name="AutoShape 83">
              <a:extLst>
                <a:ext uri="{FF2B5EF4-FFF2-40B4-BE49-F238E27FC236}">
                  <a16:creationId xmlns:a16="http://schemas.microsoft.com/office/drawing/2014/main" id="{D707C435-7568-8BF1-70A1-90B423146D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7296" y="4636314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78" name="AutoShape 84">
              <a:extLst>
                <a:ext uri="{FF2B5EF4-FFF2-40B4-BE49-F238E27FC236}">
                  <a16:creationId xmlns:a16="http://schemas.microsoft.com/office/drawing/2014/main" id="{AE0C07DD-F3A4-0FE3-C3D0-180CFD067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0487" y="5020925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79" name="AutoShape 85">
              <a:extLst>
                <a:ext uri="{FF2B5EF4-FFF2-40B4-BE49-F238E27FC236}">
                  <a16:creationId xmlns:a16="http://schemas.microsoft.com/office/drawing/2014/main" id="{5B5A64D8-5CE3-C818-4F09-0B19387440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2790" y="4636314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80" name="AutoShape 86">
              <a:extLst>
                <a:ext uri="{FF2B5EF4-FFF2-40B4-BE49-F238E27FC236}">
                  <a16:creationId xmlns:a16="http://schemas.microsoft.com/office/drawing/2014/main" id="{2CA7D8E8-3ED6-D66C-718D-C9341F975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6795" y="4636314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134" name="Line 87">
              <a:extLst>
                <a:ext uri="{FF2B5EF4-FFF2-40B4-BE49-F238E27FC236}">
                  <a16:creationId xmlns:a16="http://schemas.microsoft.com/office/drawing/2014/main" id="{70A757D1-3CFF-F6B9-B8DC-B8240E4159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44380" y="3171534"/>
              <a:ext cx="85711" cy="63352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5" name="Line 88">
              <a:extLst>
                <a:ext uri="{FF2B5EF4-FFF2-40B4-BE49-F238E27FC236}">
                  <a16:creationId xmlns:a16="http://schemas.microsoft.com/office/drawing/2014/main" id="{7F15727E-4A77-75A6-4FA9-3BF96AE0EB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0091" y="3928904"/>
              <a:ext cx="128567" cy="2858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" name="Line 89">
              <a:extLst>
                <a:ext uri="{FF2B5EF4-FFF2-40B4-BE49-F238E27FC236}">
                  <a16:creationId xmlns:a16="http://schemas.microsoft.com/office/drawing/2014/main" id="{DB3B9307-C8CE-D18F-EF06-5F50A88801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01525" y="3928904"/>
              <a:ext cx="60315" cy="70814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" name="Line 90">
              <a:extLst>
                <a:ext uri="{FF2B5EF4-FFF2-40B4-BE49-F238E27FC236}">
                  <a16:creationId xmlns:a16="http://schemas.microsoft.com/office/drawing/2014/main" id="{2B15DA11-ECF4-0E4C-9514-5D833F6A89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1826" y="4784715"/>
              <a:ext cx="128566" cy="23657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" name="Line 91">
              <a:extLst>
                <a:ext uri="{FF2B5EF4-FFF2-40B4-BE49-F238E27FC236}">
                  <a16:creationId xmlns:a16="http://schemas.microsoft.com/office/drawing/2014/main" id="{F1CE254C-0E75-BB5F-9581-AF5E3A531B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5802" y="3171534"/>
              <a:ext cx="299990" cy="60811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" name="Line 92">
              <a:extLst>
                <a:ext uri="{FF2B5EF4-FFF2-40B4-BE49-F238E27FC236}">
                  <a16:creationId xmlns:a16="http://schemas.microsoft.com/office/drawing/2014/main" id="{BB958E28-FFC9-7428-9F13-EBCD8251A5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7537" y="3941606"/>
              <a:ext cx="85711" cy="27309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0" name="Line 93">
              <a:extLst>
                <a:ext uri="{FF2B5EF4-FFF2-40B4-BE49-F238E27FC236}">
                  <a16:creationId xmlns:a16="http://schemas.microsoft.com/office/drawing/2014/main" id="{56FF1141-A9BD-7A96-DA45-F8BCD31C4A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9607" y="4381419"/>
              <a:ext cx="79362" cy="24293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1" name="Line 94">
              <a:extLst>
                <a:ext uri="{FF2B5EF4-FFF2-40B4-BE49-F238E27FC236}">
                  <a16:creationId xmlns:a16="http://schemas.microsoft.com/office/drawing/2014/main" id="{04E00C43-2640-DFBE-A8F4-7F575E23BB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0231" y="4381419"/>
              <a:ext cx="0" cy="60811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2" name="Line 95">
              <a:extLst>
                <a:ext uri="{FF2B5EF4-FFF2-40B4-BE49-F238E27FC236}">
                  <a16:creationId xmlns:a16="http://schemas.microsoft.com/office/drawing/2014/main" id="{13D0EF2C-A2C9-258F-D515-8151E465E9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0829" y="3847926"/>
              <a:ext cx="22221" cy="47157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" name="Line 96">
              <a:extLst>
                <a:ext uri="{FF2B5EF4-FFF2-40B4-BE49-F238E27FC236}">
                  <a16:creationId xmlns:a16="http://schemas.microsoft.com/office/drawing/2014/main" id="{632FFF66-6623-7EF8-A1E6-66A1CDD12A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5143" y="3482738"/>
              <a:ext cx="80950" cy="303266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" name="Line 97">
              <a:extLst>
                <a:ext uri="{FF2B5EF4-FFF2-40B4-BE49-F238E27FC236}">
                  <a16:creationId xmlns:a16="http://schemas.microsoft.com/office/drawing/2014/main" id="{B05353AA-DC36-BCFD-E871-E30C4CEEB9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9744" y="3438280"/>
              <a:ext cx="295227" cy="360426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" name="Line 98">
              <a:extLst>
                <a:ext uri="{FF2B5EF4-FFF2-40B4-BE49-F238E27FC236}">
                  <a16:creationId xmlns:a16="http://schemas.microsoft.com/office/drawing/2014/main" id="{C2F9E11B-983C-C316-1552-39E7756A2F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0532" y="3941606"/>
              <a:ext cx="133329" cy="27309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6" name="Line 99">
              <a:extLst>
                <a:ext uri="{FF2B5EF4-FFF2-40B4-BE49-F238E27FC236}">
                  <a16:creationId xmlns:a16="http://schemas.microsoft.com/office/drawing/2014/main" id="{7013E39A-2031-26D3-C7EF-9B78F813B3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9421" y="4387771"/>
              <a:ext cx="155550" cy="260395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7" name="Line 100">
              <a:extLst>
                <a:ext uri="{FF2B5EF4-FFF2-40B4-BE49-F238E27FC236}">
                  <a16:creationId xmlns:a16="http://schemas.microsoft.com/office/drawing/2014/main" id="{A2AEA976-1BA3-28F7-7DE2-4E01C11ADF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80854" y="4381419"/>
              <a:ext cx="80950" cy="23657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8" name="Line 101">
              <a:extLst>
                <a:ext uri="{FF2B5EF4-FFF2-40B4-BE49-F238E27FC236}">
                  <a16:creationId xmlns:a16="http://schemas.microsoft.com/office/drawing/2014/main" id="{D899D4F0-CEE3-963B-273D-06BFB46013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07848" y="4791066"/>
              <a:ext cx="219040" cy="24293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" name="Line 102">
              <a:extLst>
                <a:ext uri="{FF2B5EF4-FFF2-40B4-BE49-F238E27FC236}">
                  <a16:creationId xmlns:a16="http://schemas.microsoft.com/office/drawing/2014/main" id="{DAF3D0B7-1681-14E7-FAE2-678EBFE833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1675" y="2893673"/>
              <a:ext cx="482522" cy="154014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0" name="Line 103">
              <a:extLst>
                <a:ext uri="{FF2B5EF4-FFF2-40B4-BE49-F238E27FC236}">
                  <a16:creationId xmlns:a16="http://schemas.microsoft.com/office/drawing/2014/main" id="{F1DF5ED2-2698-67D5-F442-60F343BD42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0543" y="2887322"/>
              <a:ext cx="74600" cy="415998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998" name="AutoShape 104">
              <a:extLst>
                <a:ext uri="{FF2B5EF4-FFF2-40B4-BE49-F238E27FC236}">
                  <a16:creationId xmlns:a16="http://schemas.microsoft.com/office/drawing/2014/main" id="{6D866A06-BE0F-46E4-192A-B154C5755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9939" y="5331095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99" name="AutoShape 105">
              <a:extLst>
                <a:ext uri="{FF2B5EF4-FFF2-40B4-BE49-F238E27FC236}">
                  <a16:creationId xmlns:a16="http://schemas.microsoft.com/office/drawing/2014/main" id="{8D90DE28-4464-1DFC-C5F4-B09810E9E7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7563" y="5424146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00" name="AutoShape 106">
              <a:extLst>
                <a:ext uri="{FF2B5EF4-FFF2-40B4-BE49-F238E27FC236}">
                  <a16:creationId xmlns:a16="http://schemas.microsoft.com/office/drawing/2014/main" id="{AF28EFD0-398C-3D78-61FF-8FC6D66765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1802" y="5790147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01" name="AutoShape 107">
              <a:extLst>
                <a:ext uri="{FF2B5EF4-FFF2-40B4-BE49-F238E27FC236}">
                  <a16:creationId xmlns:a16="http://schemas.microsoft.com/office/drawing/2014/main" id="{7F419452-A8A9-788F-9397-3F4B40A40F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7710" y="5405536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02" name="AutoShape 108">
              <a:extLst>
                <a:ext uri="{FF2B5EF4-FFF2-40B4-BE49-F238E27FC236}">
                  <a16:creationId xmlns:a16="http://schemas.microsoft.com/office/drawing/2014/main" id="{968E1914-C5C5-F2D6-724A-80541B9FC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3177" y="4301330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156" name="Line 109">
              <a:extLst>
                <a:ext uri="{FF2B5EF4-FFF2-40B4-BE49-F238E27FC236}">
                  <a16:creationId xmlns:a16="http://schemas.microsoft.com/office/drawing/2014/main" id="{F4D39945-BD40-008E-F527-D8BBEFDB0D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874" y="4791066"/>
              <a:ext cx="133329" cy="539844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7" name="Line 110">
              <a:extLst>
                <a:ext uri="{FF2B5EF4-FFF2-40B4-BE49-F238E27FC236}">
                  <a16:creationId xmlns:a16="http://schemas.microsoft.com/office/drawing/2014/main" id="{A2F4019B-88D6-F9B2-97C8-A8F2744822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98300" y="5157843"/>
              <a:ext cx="144439" cy="198472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8" name="Line 111">
              <a:extLst>
                <a:ext uri="{FF2B5EF4-FFF2-40B4-BE49-F238E27FC236}">
                  <a16:creationId xmlns:a16="http://schemas.microsoft.com/office/drawing/2014/main" id="{6864133D-B277-B8CD-B952-1F9DA86034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6914" y="5492863"/>
              <a:ext cx="588867" cy="36518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9" name="Line 112">
              <a:extLst>
                <a:ext uri="{FF2B5EF4-FFF2-40B4-BE49-F238E27FC236}">
                  <a16:creationId xmlns:a16="http://schemas.microsoft.com/office/drawing/2014/main" id="{54131D56-30D1-3B71-64EE-49ABFB4486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28486" y="5175308"/>
              <a:ext cx="15872" cy="24293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0" name="Line 113">
              <a:extLst>
                <a:ext uri="{FF2B5EF4-FFF2-40B4-BE49-F238E27FC236}">
                  <a16:creationId xmlns:a16="http://schemas.microsoft.com/office/drawing/2014/main" id="{32C8F973-964D-3393-5044-7E3D82E952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82438" y="4816470"/>
              <a:ext cx="207930" cy="589066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1" name="Line 114">
              <a:extLst>
                <a:ext uri="{FF2B5EF4-FFF2-40B4-BE49-F238E27FC236}">
                  <a16:creationId xmlns:a16="http://schemas.microsoft.com/office/drawing/2014/main" id="{58ADC9C2-B986-63F7-9282-E22F64DD3F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42760" y="5578603"/>
              <a:ext cx="76188" cy="217526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2" name="Line 115">
              <a:extLst>
                <a:ext uri="{FF2B5EF4-FFF2-40B4-BE49-F238E27FC236}">
                  <a16:creationId xmlns:a16="http://schemas.microsoft.com/office/drawing/2014/main" id="{46D48DEF-7BC6-1995-B11B-5FEF5B4F1E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614" y="5567489"/>
              <a:ext cx="266657" cy="266747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" name="Line 116">
              <a:extLst>
                <a:ext uri="{FF2B5EF4-FFF2-40B4-BE49-F238E27FC236}">
                  <a16:creationId xmlns:a16="http://schemas.microsoft.com/office/drawing/2014/main" id="{C5B09948-B1FA-9025-5ACB-D158176EFD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5283" y="3166771"/>
              <a:ext cx="250785" cy="53349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011" name="AutoShape 117">
              <a:extLst>
                <a:ext uri="{FF2B5EF4-FFF2-40B4-BE49-F238E27FC236}">
                  <a16:creationId xmlns:a16="http://schemas.microsoft.com/office/drawing/2014/main" id="{0BB020B2-5059-BDF5-03EB-1CFFE881F3D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722482" y="3680989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9012" name="AutoShape 118">
              <a:extLst>
                <a:ext uri="{FF2B5EF4-FFF2-40B4-BE49-F238E27FC236}">
                  <a16:creationId xmlns:a16="http://schemas.microsoft.com/office/drawing/2014/main" id="{4BE8FAE4-D138-138A-5CB2-01F4DD7D4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4432" y="3035835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166" name="Line 119">
              <a:extLst>
                <a:ext uri="{FF2B5EF4-FFF2-40B4-BE49-F238E27FC236}">
                  <a16:creationId xmlns:a16="http://schemas.microsoft.com/office/drawing/2014/main" id="{927CAA38-4942-FE19-8755-B03B5C024D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7526" y="2825398"/>
              <a:ext cx="485697" cy="234991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7" name="Line 120">
              <a:extLst>
                <a:ext uri="{FF2B5EF4-FFF2-40B4-BE49-F238E27FC236}">
                  <a16:creationId xmlns:a16="http://schemas.microsoft.com/office/drawing/2014/main" id="{30A87A17-A6D4-611B-9B9E-B3CA2333D1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3872" y="3935255"/>
              <a:ext cx="107933" cy="298502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015" name="AutoShape 121">
              <a:extLst>
                <a:ext uri="{FF2B5EF4-FFF2-40B4-BE49-F238E27FC236}">
                  <a16:creationId xmlns:a16="http://schemas.microsoft.com/office/drawing/2014/main" id="{F6B16EB2-94E0-4C58-060C-894A3AC64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887" y="5008518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169" name="Line 122">
              <a:extLst>
                <a:ext uri="{FF2B5EF4-FFF2-40B4-BE49-F238E27FC236}">
                  <a16:creationId xmlns:a16="http://schemas.microsoft.com/office/drawing/2014/main" id="{6CFFBF6F-03F1-1FB4-AB8B-D770121430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95118" y="4456045"/>
              <a:ext cx="85711" cy="53349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017" name="AutoShape 123">
              <a:extLst>
                <a:ext uri="{FF2B5EF4-FFF2-40B4-BE49-F238E27FC236}">
                  <a16:creationId xmlns:a16="http://schemas.microsoft.com/office/drawing/2014/main" id="{6C9D025A-6B42-1612-5CF5-A187D2595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5613" y="5355909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171" name="Line 124">
              <a:extLst>
                <a:ext uri="{FF2B5EF4-FFF2-40B4-BE49-F238E27FC236}">
                  <a16:creationId xmlns:a16="http://schemas.microsoft.com/office/drawing/2014/main" id="{8EA53541-10A0-6554-846B-EE5DEC0EF7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76093" y="5486512"/>
              <a:ext cx="341257" cy="36518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" name="Freeform 125">
              <a:extLst>
                <a:ext uri="{FF2B5EF4-FFF2-40B4-BE49-F238E27FC236}">
                  <a16:creationId xmlns:a16="http://schemas.microsoft.com/office/drawing/2014/main" id="{D68A134B-0E03-4898-1F1F-A0F8B812D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723" y="3866980"/>
              <a:ext cx="336496" cy="1597303"/>
            </a:xfrm>
            <a:custGeom>
              <a:avLst/>
              <a:gdLst>
                <a:gd name="T0" fmla="*/ 336496 w 126"/>
                <a:gd name="T1" fmla="*/ 1563186 h 515"/>
                <a:gd name="T2" fmla="*/ 90801 w 126"/>
                <a:gd name="T3" fmla="*/ 1426717 h 515"/>
                <a:gd name="T4" fmla="*/ 48071 w 126"/>
                <a:gd name="T5" fmla="*/ 1315061 h 515"/>
                <a:gd name="T6" fmla="*/ 26706 w 126"/>
                <a:gd name="T7" fmla="*/ 1240624 h 515"/>
                <a:gd name="T8" fmla="*/ 16024 w 126"/>
                <a:gd name="T9" fmla="*/ 272937 h 515"/>
                <a:gd name="T10" fmla="*/ 112165 w 126"/>
                <a:gd name="T11" fmla="*/ 74437 h 515"/>
                <a:gd name="T12" fmla="*/ 208307 w 126"/>
                <a:gd name="T13" fmla="*/ 0 h 5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6" h="515">
                  <a:moveTo>
                    <a:pt x="126" y="504"/>
                  </a:moveTo>
                  <a:cubicBezTo>
                    <a:pt x="93" y="515"/>
                    <a:pt x="48" y="493"/>
                    <a:pt x="34" y="460"/>
                  </a:cubicBezTo>
                  <a:cubicBezTo>
                    <a:pt x="30" y="451"/>
                    <a:pt x="22" y="434"/>
                    <a:pt x="18" y="424"/>
                  </a:cubicBezTo>
                  <a:cubicBezTo>
                    <a:pt x="15" y="416"/>
                    <a:pt x="10" y="400"/>
                    <a:pt x="10" y="400"/>
                  </a:cubicBezTo>
                  <a:cubicBezTo>
                    <a:pt x="0" y="295"/>
                    <a:pt x="0" y="195"/>
                    <a:pt x="6" y="88"/>
                  </a:cubicBezTo>
                  <a:cubicBezTo>
                    <a:pt x="7" y="69"/>
                    <a:pt x="24" y="30"/>
                    <a:pt x="42" y="24"/>
                  </a:cubicBezTo>
                  <a:cubicBezTo>
                    <a:pt x="54" y="6"/>
                    <a:pt x="65" y="13"/>
                    <a:pt x="78" y="0"/>
                  </a:cubicBezTo>
                </a:path>
              </a:pathLst>
            </a:custGeom>
            <a:noFill/>
            <a:ln w="381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3" name="Freeform 126">
              <a:extLst>
                <a:ext uri="{FF2B5EF4-FFF2-40B4-BE49-F238E27FC236}">
                  <a16:creationId xmlns:a16="http://schemas.microsoft.com/office/drawing/2014/main" id="{D0A41085-41A4-F80A-8473-B79B6808F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3212" y="3768538"/>
              <a:ext cx="304751" cy="1301977"/>
            </a:xfrm>
            <a:custGeom>
              <a:avLst/>
              <a:gdLst>
                <a:gd name="T0" fmla="*/ 0 w 114"/>
                <a:gd name="T1" fmla="*/ 1301977 h 420"/>
                <a:gd name="T2" fmla="*/ 203167 w 114"/>
                <a:gd name="T3" fmla="*/ 1115980 h 420"/>
                <a:gd name="T4" fmla="*/ 288711 w 114"/>
                <a:gd name="T5" fmla="*/ 210796 h 420"/>
                <a:gd name="T6" fmla="*/ 106930 w 114"/>
                <a:gd name="T7" fmla="*/ 0 h 4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4" h="420">
                  <a:moveTo>
                    <a:pt x="0" y="420"/>
                  </a:moveTo>
                  <a:cubicBezTo>
                    <a:pt x="29" y="419"/>
                    <a:pt x="58" y="419"/>
                    <a:pt x="76" y="360"/>
                  </a:cubicBezTo>
                  <a:cubicBezTo>
                    <a:pt x="94" y="301"/>
                    <a:pt x="114" y="128"/>
                    <a:pt x="108" y="68"/>
                  </a:cubicBezTo>
                  <a:cubicBezTo>
                    <a:pt x="102" y="8"/>
                    <a:pt x="71" y="4"/>
                    <a:pt x="40" y="0"/>
                  </a:cubicBezTo>
                </a:path>
              </a:pathLst>
            </a:custGeom>
            <a:noFill/>
            <a:ln w="381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524830A5-4D90-B217-0B29-AEF5144986CE}"/>
              </a:ext>
            </a:extLst>
          </p:cNvPr>
          <p:cNvGrpSpPr>
            <a:grpSpLocks/>
          </p:cNvGrpSpPr>
          <p:nvPr/>
        </p:nvGrpSpPr>
        <p:grpSpPr bwMode="auto">
          <a:xfrm>
            <a:off x="1358900" y="2338388"/>
            <a:ext cx="2160588" cy="3200400"/>
            <a:chOff x="2877723" y="2738071"/>
            <a:chExt cx="2160240" cy="3200958"/>
          </a:xfrm>
        </p:grpSpPr>
        <p:sp>
          <p:nvSpPr>
            <p:cNvPr id="78911" name="AutoShape 72">
              <a:extLst>
                <a:ext uri="{FF2B5EF4-FFF2-40B4-BE49-F238E27FC236}">
                  <a16:creationId xmlns:a16="http://schemas.microsoft.com/office/drawing/2014/main" id="{4680D77B-A4D2-95CA-354D-78D5969AD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2776" y="2738071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12" name="AutoShape 73">
              <a:extLst>
                <a:ext uri="{FF2B5EF4-FFF2-40B4-BE49-F238E27FC236}">
                  <a16:creationId xmlns:a16="http://schemas.microsoft.com/office/drawing/2014/main" id="{2BB3E1E4-1720-E90A-43CF-ACC58C04CA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9939" y="3011021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13" name="AutoShape 74">
              <a:extLst>
                <a:ext uri="{FF2B5EF4-FFF2-40B4-BE49-F238E27FC236}">
                  <a16:creationId xmlns:a16="http://schemas.microsoft.com/office/drawing/2014/main" id="{C7FE9313-29EE-501D-6FE3-6E5E846D8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454" y="3321191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14" name="AutoShape 75">
              <a:extLst>
                <a:ext uri="{FF2B5EF4-FFF2-40B4-BE49-F238E27FC236}">
                  <a16:creationId xmlns:a16="http://schemas.microsoft.com/office/drawing/2014/main" id="{1F509ED6-2F9B-0C0A-C433-700F125BD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2302" y="3780243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15" name="AutoShape 76">
              <a:extLst>
                <a:ext uri="{FF2B5EF4-FFF2-40B4-BE49-F238E27FC236}">
                  <a16:creationId xmlns:a16="http://schemas.microsoft.com/office/drawing/2014/main" id="{46C8C73C-E1C0-154B-C855-EC626DA91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2155" y="3780243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16" name="AutoShape 77">
              <a:extLst>
                <a:ext uri="{FF2B5EF4-FFF2-40B4-BE49-F238E27FC236}">
                  <a16:creationId xmlns:a16="http://schemas.microsoft.com/office/drawing/2014/main" id="{AB7167CA-212F-3EDD-BEAC-B19530DA7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0620" y="3780243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17" name="AutoShape 78">
              <a:extLst>
                <a:ext uri="{FF2B5EF4-FFF2-40B4-BE49-F238E27FC236}">
                  <a16:creationId xmlns:a16="http://schemas.microsoft.com/office/drawing/2014/main" id="{4C4061BB-27F9-D97F-D732-B55BDEEA4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6795" y="3780243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18" name="AutoShape 79">
              <a:extLst>
                <a:ext uri="{FF2B5EF4-FFF2-40B4-BE49-F238E27FC236}">
                  <a16:creationId xmlns:a16="http://schemas.microsoft.com/office/drawing/2014/main" id="{BB2EF711-1B76-EB0F-9205-226F54C212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8965" y="4214482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19" name="AutoShape 80">
              <a:extLst>
                <a:ext uri="{FF2B5EF4-FFF2-40B4-BE49-F238E27FC236}">
                  <a16:creationId xmlns:a16="http://schemas.microsoft.com/office/drawing/2014/main" id="{A5AC1C7E-6D62-EF02-9810-18095FB27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951" y="4214482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20" name="AutoShape 81">
              <a:extLst>
                <a:ext uri="{FF2B5EF4-FFF2-40B4-BE49-F238E27FC236}">
                  <a16:creationId xmlns:a16="http://schemas.microsoft.com/office/drawing/2014/main" id="{F2E2C31E-7EF7-2178-8AA7-2987D32E0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0487" y="4214482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21" name="AutoShape 82">
              <a:extLst>
                <a:ext uri="{FF2B5EF4-FFF2-40B4-BE49-F238E27FC236}">
                  <a16:creationId xmlns:a16="http://schemas.microsoft.com/office/drawing/2014/main" id="{C8807EBC-6190-B4EC-CB46-4D01F3AAD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0620" y="4636314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22" name="AutoShape 83">
              <a:extLst>
                <a:ext uri="{FF2B5EF4-FFF2-40B4-BE49-F238E27FC236}">
                  <a16:creationId xmlns:a16="http://schemas.microsoft.com/office/drawing/2014/main" id="{3C8D6270-413E-6A6E-14E5-51913DD6CF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7296" y="4636314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23" name="AutoShape 84">
              <a:extLst>
                <a:ext uri="{FF2B5EF4-FFF2-40B4-BE49-F238E27FC236}">
                  <a16:creationId xmlns:a16="http://schemas.microsoft.com/office/drawing/2014/main" id="{E5041B16-6BA8-9C88-90D0-4F251C3A5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0487" y="5020925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24" name="AutoShape 85">
              <a:extLst>
                <a:ext uri="{FF2B5EF4-FFF2-40B4-BE49-F238E27FC236}">
                  <a16:creationId xmlns:a16="http://schemas.microsoft.com/office/drawing/2014/main" id="{1F94FEBB-8F3E-42A9-CA41-BC0FA0D599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2790" y="4636314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25" name="AutoShape 86">
              <a:extLst>
                <a:ext uri="{FF2B5EF4-FFF2-40B4-BE49-F238E27FC236}">
                  <a16:creationId xmlns:a16="http://schemas.microsoft.com/office/drawing/2014/main" id="{5AC63BDB-C891-C33D-8881-BF0909CCB1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6795" y="4636314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190" name="Line 87">
              <a:extLst>
                <a:ext uri="{FF2B5EF4-FFF2-40B4-BE49-F238E27FC236}">
                  <a16:creationId xmlns:a16="http://schemas.microsoft.com/office/drawing/2014/main" id="{3071F73D-40C3-0E44-5D22-B0ED46C385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44380" y="3171534"/>
              <a:ext cx="85711" cy="63352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1" name="Line 88">
              <a:extLst>
                <a:ext uri="{FF2B5EF4-FFF2-40B4-BE49-F238E27FC236}">
                  <a16:creationId xmlns:a16="http://schemas.microsoft.com/office/drawing/2014/main" id="{2AA4F447-B303-6E3E-2281-A2981585B6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0091" y="3928904"/>
              <a:ext cx="128567" cy="2858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2" name="Line 89">
              <a:extLst>
                <a:ext uri="{FF2B5EF4-FFF2-40B4-BE49-F238E27FC236}">
                  <a16:creationId xmlns:a16="http://schemas.microsoft.com/office/drawing/2014/main" id="{09A1C0CC-A53D-3D81-E852-7E1EE949FA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01525" y="3928904"/>
              <a:ext cx="60315" cy="70814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3" name="Line 90">
              <a:extLst>
                <a:ext uri="{FF2B5EF4-FFF2-40B4-BE49-F238E27FC236}">
                  <a16:creationId xmlns:a16="http://schemas.microsoft.com/office/drawing/2014/main" id="{ED2EE2C1-3200-20DB-2018-6EB5D09E76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1826" y="4784715"/>
              <a:ext cx="128566" cy="23657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" name="Line 91">
              <a:extLst>
                <a:ext uri="{FF2B5EF4-FFF2-40B4-BE49-F238E27FC236}">
                  <a16:creationId xmlns:a16="http://schemas.microsoft.com/office/drawing/2014/main" id="{006987E4-96E1-9791-2559-9E48FAE84B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5802" y="3171534"/>
              <a:ext cx="299990" cy="60811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" name="Line 92">
              <a:extLst>
                <a:ext uri="{FF2B5EF4-FFF2-40B4-BE49-F238E27FC236}">
                  <a16:creationId xmlns:a16="http://schemas.microsoft.com/office/drawing/2014/main" id="{89CB51B1-911D-2C72-2FCB-05F44DB6C3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7537" y="3941606"/>
              <a:ext cx="85711" cy="27309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" name="Line 93">
              <a:extLst>
                <a:ext uri="{FF2B5EF4-FFF2-40B4-BE49-F238E27FC236}">
                  <a16:creationId xmlns:a16="http://schemas.microsoft.com/office/drawing/2014/main" id="{55A6EC99-3D16-F21F-3287-C8953A25E2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9607" y="4381419"/>
              <a:ext cx="79362" cy="24293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" name="Line 94">
              <a:extLst>
                <a:ext uri="{FF2B5EF4-FFF2-40B4-BE49-F238E27FC236}">
                  <a16:creationId xmlns:a16="http://schemas.microsoft.com/office/drawing/2014/main" id="{85C314C9-077B-FF98-3BE0-D8CA8D0AE7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0231" y="4381419"/>
              <a:ext cx="0" cy="60811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8" name="Line 95">
              <a:extLst>
                <a:ext uri="{FF2B5EF4-FFF2-40B4-BE49-F238E27FC236}">
                  <a16:creationId xmlns:a16="http://schemas.microsoft.com/office/drawing/2014/main" id="{77F19634-61E6-91ED-52E3-9EE88C735E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0829" y="3847926"/>
              <a:ext cx="22221" cy="47157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9" name="Line 96">
              <a:extLst>
                <a:ext uri="{FF2B5EF4-FFF2-40B4-BE49-F238E27FC236}">
                  <a16:creationId xmlns:a16="http://schemas.microsoft.com/office/drawing/2014/main" id="{7564513C-81B3-8BAA-546A-900C428874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5143" y="3482738"/>
              <a:ext cx="80950" cy="303266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0" name="Line 97">
              <a:extLst>
                <a:ext uri="{FF2B5EF4-FFF2-40B4-BE49-F238E27FC236}">
                  <a16:creationId xmlns:a16="http://schemas.microsoft.com/office/drawing/2014/main" id="{F592F7BE-0302-2680-B9AE-746B2C3094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9744" y="3438280"/>
              <a:ext cx="295227" cy="360426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1" name="Line 98">
              <a:extLst>
                <a:ext uri="{FF2B5EF4-FFF2-40B4-BE49-F238E27FC236}">
                  <a16:creationId xmlns:a16="http://schemas.microsoft.com/office/drawing/2014/main" id="{46F61B6E-BF76-06B1-9538-029D3639CF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0532" y="3941606"/>
              <a:ext cx="133329" cy="273098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2" name="Line 99">
              <a:extLst>
                <a:ext uri="{FF2B5EF4-FFF2-40B4-BE49-F238E27FC236}">
                  <a16:creationId xmlns:a16="http://schemas.microsoft.com/office/drawing/2014/main" id="{9FB03C41-B10E-93B2-447D-0EBC9B7F98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9421" y="4387771"/>
              <a:ext cx="155550" cy="260395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3" name="Line 100">
              <a:extLst>
                <a:ext uri="{FF2B5EF4-FFF2-40B4-BE49-F238E27FC236}">
                  <a16:creationId xmlns:a16="http://schemas.microsoft.com/office/drawing/2014/main" id="{D7F542FC-790E-C0B7-89E5-707E682327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80854" y="4381419"/>
              <a:ext cx="80950" cy="236579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" name="Line 101">
              <a:extLst>
                <a:ext uri="{FF2B5EF4-FFF2-40B4-BE49-F238E27FC236}">
                  <a16:creationId xmlns:a16="http://schemas.microsoft.com/office/drawing/2014/main" id="{24D76C4D-D471-0F99-51F4-656E7EA442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07848" y="4791066"/>
              <a:ext cx="219040" cy="242930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" name="Line 102">
              <a:extLst>
                <a:ext uri="{FF2B5EF4-FFF2-40B4-BE49-F238E27FC236}">
                  <a16:creationId xmlns:a16="http://schemas.microsoft.com/office/drawing/2014/main" id="{2B3E04A9-1F02-01F9-5CB6-21D7F0F663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1675" y="2893673"/>
              <a:ext cx="482522" cy="154014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" name="Line 103">
              <a:extLst>
                <a:ext uri="{FF2B5EF4-FFF2-40B4-BE49-F238E27FC236}">
                  <a16:creationId xmlns:a16="http://schemas.microsoft.com/office/drawing/2014/main" id="{88C21D9C-1C7F-72E9-C993-09582F2EF2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0543" y="2887322"/>
              <a:ext cx="74600" cy="415998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943" name="AutoShape 104">
              <a:extLst>
                <a:ext uri="{FF2B5EF4-FFF2-40B4-BE49-F238E27FC236}">
                  <a16:creationId xmlns:a16="http://schemas.microsoft.com/office/drawing/2014/main" id="{53045BCC-BC56-9E81-6F4B-BE1A0F21A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9939" y="5331095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44" name="AutoShape 105">
              <a:extLst>
                <a:ext uri="{FF2B5EF4-FFF2-40B4-BE49-F238E27FC236}">
                  <a16:creationId xmlns:a16="http://schemas.microsoft.com/office/drawing/2014/main" id="{462B8985-09FB-F44D-65B7-7B039436A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7563" y="5424146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45" name="AutoShape 106">
              <a:extLst>
                <a:ext uri="{FF2B5EF4-FFF2-40B4-BE49-F238E27FC236}">
                  <a16:creationId xmlns:a16="http://schemas.microsoft.com/office/drawing/2014/main" id="{E0DCC810-DC08-81F0-56F6-73233FD29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1802" y="5790147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46" name="AutoShape 107">
              <a:extLst>
                <a:ext uri="{FF2B5EF4-FFF2-40B4-BE49-F238E27FC236}">
                  <a16:creationId xmlns:a16="http://schemas.microsoft.com/office/drawing/2014/main" id="{4642ED16-FB64-2E25-B426-7936FEAE4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7710" y="5405536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47" name="AutoShape 108">
              <a:extLst>
                <a:ext uri="{FF2B5EF4-FFF2-40B4-BE49-F238E27FC236}">
                  <a16:creationId xmlns:a16="http://schemas.microsoft.com/office/drawing/2014/main" id="{1DD9C633-6979-802B-4F0E-E2707E53AF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3177" y="4301330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212" name="Line 109">
              <a:extLst>
                <a:ext uri="{FF2B5EF4-FFF2-40B4-BE49-F238E27FC236}">
                  <a16:creationId xmlns:a16="http://schemas.microsoft.com/office/drawing/2014/main" id="{BF1FA713-FB90-CFCC-53EE-6EBAC689B4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874" y="4791066"/>
              <a:ext cx="133329" cy="539844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3" name="Line 110">
              <a:extLst>
                <a:ext uri="{FF2B5EF4-FFF2-40B4-BE49-F238E27FC236}">
                  <a16:creationId xmlns:a16="http://schemas.microsoft.com/office/drawing/2014/main" id="{03799E4B-5AA8-25C0-E5F9-B1CEB861BC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98300" y="5157843"/>
              <a:ext cx="144439" cy="198472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4" name="Line 111">
              <a:extLst>
                <a:ext uri="{FF2B5EF4-FFF2-40B4-BE49-F238E27FC236}">
                  <a16:creationId xmlns:a16="http://schemas.microsoft.com/office/drawing/2014/main" id="{C2F3D6CE-E97B-54F3-95F4-83CC45D8BF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6914" y="5492863"/>
              <a:ext cx="588867" cy="36518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" name="Line 112">
              <a:extLst>
                <a:ext uri="{FF2B5EF4-FFF2-40B4-BE49-F238E27FC236}">
                  <a16:creationId xmlns:a16="http://schemas.microsoft.com/office/drawing/2014/main" id="{C487CC1D-A583-3FA1-D670-E591E58150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28486" y="5175308"/>
              <a:ext cx="15872" cy="242930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6" name="Line 113">
              <a:extLst>
                <a:ext uri="{FF2B5EF4-FFF2-40B4-BE49-F238E27FC236}">
                  <a16:creationId xmlns:a16="http://schemas.microsoft.com/office/drawing/2014/main" id="{6C846071-7F4A-909E-8E29-268C295CB3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82438" y="4816470"/>
              <a:ext cx="207930" cy="589066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7" name="Line 114">
              <a:extLst>
                <a:ext uri="{FF2B5EF4-FFF2-40B4-BE49-F238E27FC236}">
                  <a16:creationId xmlns:a16="http://schemas.microsoft.com/office/drawing/2014/main" id="{30230B0C-224D-C43B-6C8A-A3F91CDB69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42760" y="5578603"/>
              <a:ext cx="76188" cy="217526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8" name="Line 115">
              <a:extLst>
                <a:ext uri="{FF2B5EF4-FFF2-40B4-BE49-F238E27FC236}">
                  <a16:creationId xmlns:a16="http://schemas.microsoft.com/office/drawing/2014/main" id="{543C9861-DBE0-BB31-EA2E-E9DC3BF4E3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614" y="5567489"/>
              <a:ext cx="266657" cy="266747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9" name="Line 116">
              <a:extLst>
                <a:ext uri="{FF2B5EF4-FFF2-40B4-BE49-F238E27FC236}">
                  <a16:creationId xmlns:a16="http://schemas.microsoft.com/office/drawing/2014/main" id="{F2ACD701-4D23-5777-BC87-45F545B4F5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5283" y="3166771"/>
              <a:ext cx="250785" cy="53349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956" name="AutoShape 117">
              <a:extLst>
                <a:ext uri="{FF2B5EF4-FFF2-40B4-BE49-F238E27FC236}">
                  <a16:creationId xmlns:a16="http://schemas.microsoft.com/office/drawing/2014/main" id="{B9CB0A83-3421-5B41-C432-CD10312E1A3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722482" y="3680989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57" name="AutoShape 118">
              <a:extLst>
                <a:ext uri="{FF2B5EF4-FFF2-40B4-BE49-F238E27FC236}">
                  <a16:creationId xmlns:a16="http://schemas.microsoft.com/office/drawing/2014/main" id="{279ACE19-07E5-7C2A-E105-56D50E4E9A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4432" y="3035835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222" name="Line 119">
              <a:extLst>
                <a:ext uri="{FF2B5EF4-FFF2-40B4-BE49-F238E27FC236}">
                  <a16:creationId xmlns:a16="http://schemas.microsoft.com/office/drawing/2014/main" id="{C30E285E-2E42-9499-E663-640EE791BF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7526" y="2825398"/>
              <a:ext cx="485697" cy="234991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" name="Line 120">
              <a:extLst>
                <a:ext uri="{FF2B5EF4-FFF2-40B4-BE49-F238E27FC236}">
                  <a16:creationId xmlns:a16="http://schemas.microsoft.com/office/drawing/2014/main" id="{61189779-5EBA-18EF-67E0-AAEAE53766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3872" y="3935255"/>
              <a:ext cx="107933" cy="298502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960" name="AutoShape 121">
              <a:extLst>
                <a:ext uri="{FF2B5EF4-FFF2-40B4-BE49-F238E27FC236}">
                  <a16:creationId xmlns:a16="http://schemas.microsoft.com/office/drawing/2014/main" id="{36ABB023-5A3B-9355-0F65-DC5B1ACC6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887" y="5008518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225" name="Line 122">
              <a:extLst>
                <a:ext uri="{FF2B5EF4-FFF2-40B4-BE49-F238E27FC236}">
                  <a16:creationId xmlns:a16="http://schemas.microsoft.com/office/drawing/2014/main" id="{1EFD0D0B-AC15-491F-C615-552FFA2F68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95118" y="4456045"/>
              <a:ext cx="85711" cy="53349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962" name="AutoShape 123">
              <a:extLst>
                <a:ext uri="{FF2B5EF4-FFF2-40B4-BE49-F238E27FC236}">
                  <a16:creationId xmlns:a16="http://schemas.microsoft.com/office/drawing/2014/main" id="{536A2C21-C822-F048-BBAF-FECAD9BCE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5613" y="5355909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227" name="Line 124">
              <a:extLst>
                <a:ext uri="{FF2B5EF4-FFF2-40B4-BE49-F238E27FC236}">
                  <a16:creationId xmlns:a16="http://schemas.microsoft.com/office/drawing/2014/main" id="{A721F06A-9356-05B0-CACB-6697C0D50E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76093" y="5486512"/>
              <a:ext cx="341257" cy="36518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" name="Freeform 125">
              <a:extLst>
                <a:ext uri="{FF2B5EF4-FFF2-40B4-BE49-F238E27FC236}">
                  <a16:creationId xmlns:a16="http://schemas.microsoft.com/office/drawing/2014/main" id="{80D85F0A-EB3B-B961-1316-65CB7A861A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723" y="3866980"/>
              <a:ext cx="336496" cy="1597303"/>
            </a:xfrm>
            <a:custGeom>
              <a:avLst/>
              <a:gdLst>
                <a:gd name="T0" fmla="*/ 336496 w 126"/>
                <a:gd name="T1" fmla="*/ 1563186 h 515"/>
                <a:gd name="T2" fmla="*/ 90801 w 126"/>
                <a:gd name="T3" fmla="*/ 1426717 h 515"/>
                <a:gd name="T4" fmla="*/ 48071 w 126"/>
                <a:gd name="T5" fmla="*/ 1315061 h 515"/>
                <a:gd name="T6" fmla="*/ 26706 w 126"/>
                <a:gd name="T7" fmla="*/ 1240624 h 515"/>
                <a:gd name="T8" fmla="*/ 16024 w 126"/>
                <a:gd name="T9" fmla="*/ 272937 h 515"/>
                <a:gd name="T10" fmla="*/ 112165 w 126"/>
                <a:gd name="T11" fmla="*/ 74437 h 515"/>
                <a:gd name="T12" fmla="*/ 208307 w 126"/>
                <a:gd name="T13" fmla="*/ 0 h 5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6" h="515">
                  <a:moveTo>
                    <a:pt x="126" y="504"/>
                  </a:moveTo>
                  <a:cubicBezTo>
                    <a:pt x="93" y="515"/>
                    <a:pt x="48" y="493"/>
                    <a:pt x="34" y="460"/>
                  </a:cubicBezTo>
                  <a:cubicBezTo>
                    <a:pt x="30" y="451"/>
                    <a:pt x="22" y="434"/>
                    <a:pt x="18" y="424"/>
                  </a:cubicBezTo>
                  <a:cubicBezTo>
                    <a:pt x="15" y="416"/>
                    <a:pt x="10" y="400"/>
                    <a:pt x="10" y="400"/>
                  </a:cubicBezTo>
                  <a:cubicBezTo>
                    <a:pt x="0" y="295"/>
                    <a:pt x="0" y="195"/>
                    <a:pt x="6" y="88"/>
                  </a:cubicBezTo>
                  <a:cubicBezTo>
                    <a:pt x="7" y="69"/>
                    <a:pt x="24" y="30"/>
                    <a:pt x="42" y="24"/>
                  </a:cubicBezTo>
                  <a:cubicBezTo>
                    <a:pt x="54" y="6"/>
                    <a:pt x="65" y="13"/>
                    <a:pt x="78" y="0"/>
                  </a:cubicBezTo>
                </a:path>
              </a:pathLst>
            </a:custGeom>
            <a:noFill/>
            <a:ln w="381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9" name="Freeform 126">
              <a:extLst>
                <a:ext uri="{FF2B5EF4-FFF2-40B4-BE49-F238E27FC236}">
                  <a16:creationId xmlns:a16="http://schemas.microsoft.com/office/drawing/2014/main" id="{042D2A8C-BAFD-4264-89E4-F312ABF681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3212" y="3768538"/>
              <a:ext cx="304751" cy="1301977"/>
            </a:xfrm>
            <a:custGeom>
              <a:avLst/>
              <a:gdLst>
                <a:gd name="T0" fmla="*/ 0 w 114"/>
                <a:gd name="T1" fmla="*/ 1301977 h 420"/>
                <a:gd name="T2" fmla="*/ 203167 w 114"/>
                <a:gd name="T3" fmla="*/ 1115980 h 420"/>
                <a:gd name="T4" fmla="*/ 288711 w 114"/>
                <a:gd name="T5" fmla="*/ 210796 h 420"/>
                <a:gd name="T6" fmla="*/ 106930 w 114"/>
                <a:gd name="T7" fmla="*/ 0 h 4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4" h="420">
                  <a:moveTo>
                    <a:pt x="0" y="420"/>
                  </a:moveTo>
                  <a:cubicBezTo>
                    <a:pt x="29" y="419"/>
                    <a:pt x="58" y="419"/>
                    <a:pt x="76" y="360"/>
                  </a:cubicBezTo>
                  <a:cubicBezTo>
                    <a:pt x="94" y="301"/>
                    <a:pt x="114" y="128"/>
                    <a:pt x="108" y="68"/>
                  </a:cubicBezTo>
                  <a:cubicBezTo>
                    <a:pt x="102" y="8"/>
                    <a:pt x="71" y="4"/>
                    <a:pt x="40" y="0"/>
                  </a:cubicBezTo>
                </a:path>
              </a:pathLst>
            </a:custGeom>
            <a:noFill/>
            <a:ln w="381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00BA491E-B7AD-330C-3507-B6DCC410526B}"/>
              </a:ext>
            </a:extLst>
          </p:cNvPr>
          <p:cNvGrpSpPr>
            <a:grpSpLocks/>
          </p:cNvGrpSpPr>
          <p:nvPr/>
        </p:nvGrpSpPr>
        <p:grpSpPr bwMode="auto">
          <a:xfrm>
            <a:off x="1358900" y="2335213"/>
            <a:ext cx="2160588" cy="3200400"/>
            <a:chOff x="2877723" y="2738071"/>
            <a:chExt cx="2160240" cy="3200958"/>
          </a:xfrm>
        </p:grpSpPr>
        <p:sp>
          <p:nvSpPr>
            <p:cNvPr id="78856" name="AutoShape 72">
              <a:extLst>
                <a:ext uri="{FF2B5EF4-FFF2-40B4-BE49-F238E27FC236}">
                  <a16:creationId xmlns:a16="http://schemas.microsoft.com/office/drawing/2014/main" id="{A384BE1F-482B-8D2A-986A-E06A17793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2776" y="2738071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857" name="AutoShape 73">
              <a:extLst>
                <a:ext uri="{FF2B5EF4-FFF2-40B4-BE49-F238E27FC236}">
                  <a16:creationId xmlns:a16="http://schemas.microsoft.com/office/drawing/2014/main" id="{D1A077AE-44FD-4B8C-C372-E663476D0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9939" y="3011021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858" name="AutoShape 74">
              <a:extLst>
                <a:ext uri="{FF2B5EF4-FFF2-40B4-BE49-F238E27FC236}">
                  <a16:creationId xmlns:a16="http://schemas.microsoft.com/office/drawing/2014/main" id="{25115742-4776-E23F-6EA2-053B32460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454" y="3321191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859" name="AutoShape 75">
              <a:extLst>
                <a:ext uri="{FF2B5EF4-FFF2-40B4-BE49-F238E27FC236}">
                  <a16:creationId xmlns:a16="http://schemas.microsoft.com/office/drawing/2014/main" id="{F337B3A3-A6E9-4CD9-CE38-C276ABD6A6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2302" y="3780243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860" name="AutoShape 76">
              <a:extLst>
                <a:ext uri="{FF2B5EF4-FFF2-40B4-BE49-F238E27FC236}">
                  <a16:creationId xmlns:a16="http://schemas.microsoft.com/office/drawing/2014/main" id="{177E17C2-A9EA-2B51-5278-CF2B7A880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2155" y="3780243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861" name="AutoShape 77">
              <a:extLst>
                <a:ext uri="{FF2B5EF4-FFF2-40B4-BE49-F238E27FC236}">
                  <a16:creationId xmlns:a16="http://schemas.microsoft.com/office/drawing/2014/main" id="{184ADE45-6D66-5BB5-5C09-807F69B6BE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0620" y="3780243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862" name="AutoShape 78">
              <a:extLst>
                <a:ext uri="{FF2B5EF4-FFF2-40B4-BE49-F238E27FC236}">
                  <a16:creationId xmlns:a16="http://schemas.microsoft.com/office/drawing/2014/main" id="{6CC8CA8D-8531-ED0B-ED27-53BD4AE8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6795" y="3780243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863" name="AutoShape 79">
              <a:extLst>
                <a:ext uri="{FF2B5EF4-FFF2-40B4-BE49-F238E27FC236}">
                  <a16:creationId xmlns:a16="http://schemas.microsoft.com/office/drawing/2014/main" id="{4FF72C96-1539-6628-34DF-F9004DA56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8965" y="4214482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864" name="AutoShape 80">
              <a:extLst>
                <a:ext uri="{FF2B5EF4-FFF2-40B4-BE49-F238E27FC236}">
                  <a16:creationId xmlns:a16="http://schemas.microsoft.com/office/drawing/2014/main" id="{14D4C5B8-ADF8-C4B6-B207-B96B7792B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951" y="4214482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865" name="AutoShape 81">
              <a:extLst>
                <a:ext uri="{FF2B5EF4-FFF2-40B4-BE49-F238E27FC236}">
                  <a16:creationId xmlns:a16="http://schemas.microsoft.com/office/drawing/2014/main" id="{E9EBC61D-DE2B-6535-69EE-B4FEE2DED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0487" y="4214482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866" name="AutoShape 82">
              <a:extLst>
                <a:ext uri="{FF2B5EF4-FFF2-40B4-BE49-F238E27FC236}">
                  <a16:creationId xmlns:a16="http://schemas.microsoft.com/office/drawing/2014/main" id="{9CBD221F-B6CC-F0BF-F1DA-ED8B426FB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0620" y="4636314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867" name="AutoShape 83">
              <a:extLst>
                <a:ext uri="{FF2B5EF4-FFF2-40B4-BE49-F238E27FC236}">
                  <a16:creationId xmlns:a16="http://schemas.microsoft.com/office/drawing/2014/main" id="{E0F2E99A-55EB-0612-0056-E6A676FDB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7296" y="4636314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868" name="AutoShape 84">
              <a:extLst>
                <a:ext uri="{FF2B5EF4-FFF2-40B4-BE49-F238E27FC236}">
                  <a16:creationId xmlns:a16="http://schemas.microsoft.com/office/drawing/2014/main" id="{DF9A0105-1E84-2FB2-7BA4-91B7791CA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0487" y="5020925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869" name="AutoShape 85">
              <a:extLst>
                <a:ext uri="{FF2B5EF4-FFF2-40B4-BE49-F238E27FC236}">
                  <a16:creationId xmlns:a16="http://schemas.microsoft.com/office/drawing/2014/main" id="{5252D4C7-D2D8-7080-1081-2F5A9DFCC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2790" y="4636314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870" name="AutoShape 86">
              <a:extLst>
                <a:ext uri="{FF2B5EF4-FFF2-40B4-BE49-F238E27FC236}">
                  <a16:creationId xmlns:a16="http://schemas.microsoft.com/office/drawing/2014/main" id="{20BF6DAD-4A11-61EA-655A-43C67A562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6795" y="4636314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246" name="Line 87">
              <a:extLst>
                <a:ext uri="{FF2B5EF4-FFF2-40B4-BE49-F238E27FC236}">
                  <a16:creationId xmlns:a16="http://schemas.microsoft.com/office/drawing/2014/main" id="{3DF3F676-57EB-2A74-AC92-7A21EDAB50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44380" y="3171534"/>
              <a:ext cx="85711" cy="63352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" name="Line 88">
              <a:extLst>
                <a:ext uri="{FF2B5EF4-FFF2-40B4-BE49-F238E27FC236}">
                  <a16:creationId xmlns:a16="http://schemas.microsoft.com/office/drawing/2014/main" id="{FAFEF62B-8075-96A1-9FC2-8485139827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0091" y="3928904"/>
              <a:ext cx="128567" cy="2858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8" name="Line 89">
              <a:extLst>
                <a:ext uri="{FF2B5EF4-FFF2-40B4-BE49-F238E27FC236}">
                  <a16:creationId xmlns:a16="http://schemas.microsoft.com/office/drawing/2014/main" id="{D7926B59-72B4-8DA0-1A14-B19E3E382A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01525" y="3928904"/>
              <a:ext cx="60315" cy="70814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" name="Line 90">
              <a:extLst>
                <a:ext uri="{FF2B5EF4-FFF2-40B4-BE49-F238E27FC236}">
                  <a16:creationId xmlns:a16="http://schemas.microsoft.com/office/drawing/2014/main" id="{E6613AFD-3355-B04C-0F26-C3532B39B5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1826" y="4784715"/>
              <a:ext cx="128566" cy="23657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" name="Line 91">
              <a:extLst>
                <a:ext uri="{FF2B5EF4-FFF2-40B4-BE49-F238E27FC236}">
                  <a16:creationId xmlns:a16="http://schemas.microsoft.com/office/drawing/2014/main" id="{A546FE01-6430-121D-09FD-935CEDC5CA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5802" y="3171534"/>
              <a:ext cx="299990" cy="60811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" name="Line 92">
              <a:extLst>
                <a:ext uri="{FF2B5EF4-FFF2-40B4-BE49-F238E27FC236}">
                  <a16:creationId xmlns:a16="http://schemas.microsoft.com/office/drawing/2014/main" id="{B56D0244-93DB-50F9-99CE-27007FCFDC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7537" y="3941606"/>
              <a:ext cx="85711" cy="273098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2" name="Line 93">
              <a:extLst>
                <a:ext uri="{FF2B5EF4-FFF2-40B4-BE49-F238E27FC236}">
                  <a16:creationId xmlns:a16="http://schemas.microsoft.com/office/drawing/2014/main" id="{6FF4645B-14BD-35DA-6F0D-2CA09E8DAE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9607" y="4381419"/>
              <a:ext cx="79362" cy="24293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3" name="Line 94">
              <a:extLst>
                <a:ext uri="{FF2B5EF4-FFF2-40B4-BE49-F238E27FC236}">
                  <a16:creationId xmlns:a16="http://schemas.microsoft.com/office/drawing/2014/main" id="{20ADE984-A1AD-CADD-5162-4702F50C35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0231" y="4381419"/>
              <a:ext cx="0" cy="60811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4" name="Line 95">
              <a:extLst>
                <a:ext uri="{FF2B5EF4-FFF2-40B4-BE49-F238E27FC236}">
                  <a16:creationId xmlns:a16="http://schemas.microsoft.com/office/drawing/2014/main" id="{6522F14D-9B78-610F-584A-B0242DFBCB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0829" y="3847926"/>
              <a:ext cx="22221" cy="47157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5" name="Line 96">
              <a:extLst>
                <a:ext uri="{FF2B5EF4-FFF2-40B4-BE49-F238E27FC236}">
                  <a16:creationId xmlns:a16="http://schemas.microsoft.com/office/drawing/2014/main" id="{4392A4C3-CBBF-76A4-60E7-B4B1D50E94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5143" y="3482738"/>
              <a:ext cx="80950" cy="303266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" name="Line 97">
              <a:extLst>
                <a:ext uri="{FF2B5EF4-FFF2-40B4-BE49-F238E27FC236}">
                  <a16:creationId xmlns:a16="http://schemas.microsoft.com/office/drawing/2014/main" id="{5EEC4713-EA2F-860B-F5EA-8F117DB396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9744" y="3438280"/>
              <a:ext cx="295227" cy="360426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7" name="Line 98">
              <a:extLst>
                <a:ext uri="{FF2B5EF4-FFF2-40B4-BE49-F238E27FC236}">
                  <a16:creationId xmlns:a16="http://schemas.microsoft.com/office/drawing/2014/main" id="{A1A44852-C43A-30EF-7466-082574BDAD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0532" y="3941606"/>
              <a:ext cx="133329" cy="273098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8" name="Line 99">
              <a:extLst>
                <a:ext uri="{FF2B5EF4-FFF2-40B4-BE49-F238E27FC236}">
                  <a16:creationId xmlns:a16="http://schemas.microsoft.com/office/drawing/2014/main" id="{B2724506-AEF7-D640-C0AD-9CD1B0CD95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9421" y="4387771"/>
              <a:ext cx="155550" cy="260395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9" name="Line 100">
              <a:extLst>
                <a:ext uri="{FF2B5EF4-FFF2-40B4-BE49-F238E27FC236}">
                  <a16:creationId xmlns:a16="http://schemas.microsoft.com/office/drawing/2014/main" id="{5DADEFF6-131C-654A-D117-A52AF09407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80854" y="4381419"/>
              <a:ext cx="80950" cy="23657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0" name="Line 101">
              <a:extLst>
                <a:ext uri="{FF2B5EF4-FFF2-40B4-BE49-F238E27FC236}">
                  <a16:creationId xmlns:a16="http://schemas.microsoft.com/office/drawing/2014/main" id="{9374277C-C436-AE23-C50D-94257FE6AE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07848" y="4791066"/>
              <a:ext cx="219040" cy="24293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1" name="Line 102">
              <a:extLst>
                <a:ext uri="{FF2B5EF4-FFF2-40B4-BE49-F238E27FC236}">
                  <a16:creationId xmlns:a16="http://schemas.microsoft.com/office/drawing/2014/main" id="{ACEAC7C4-DB23-881B-E2ED-783CF1EA08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1675" y="2893673"/>
              <a:ext cx="482522" cy="154014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2" name="Line 103">
              <a:extLst>
                <a:ext uri="{FF2B5EF4-FFF2-40B4-BE49-F238E27FC236}">
                  <a16:creationId xmlns:a16="http://schemas.microsoft.com/office/drawing/2014/main" id="{DE0D1DD7-6CC0-FA37-9D26-99A2E90670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0543" y="2887322"/>
              <a:ext cx="74600" cy="415998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888" name="AutoShape 104">
              <a:extLst>
                <a:ext uri="{FF2B5EF4-FFF2-40B4-BE49-F238E27FC236}">
                  <a16:creationId xmlns:a16="http://schemas.microsoft.com/office/drawing/2014/main" id="{4DC71464-913E-C0A7-C9BA-88BC97F4B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9939" y="5331095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889" name="AutoShape 105">
              <a:extLst>
                <a:ext uri="{FF2B5EF4-FFF2-40B4-BE49-F238E27FC236}">
                  <a16:creationId xmlns:a16="http://schemas.microsoft.com/office/drawing/2014/main" id="{113B1C12-6983-69CC-A13C-4549691EF9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7563" y="5424146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890" name="AutoShape 106">
              <a:extLst>
                <a:ext uri="{FF2B5EF4-FFF2-40B4-BE49-F238E27FC236}">
                  <a16:creationId xmlns:a16="http://schemas.microsoft.com/office/drawing/2014/main" id="{D99637FD-29F7-47D2-307B-BEB323692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1802" y="5790147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891" name="AutoShape 107">
              <a:extLst>
                <a:ext uri="{FF2B5EF4-FFF2-40B4-BE49-F238E27FC236}">
                  <a16:creationId xmlns:a16="http://schemas.microsoft.com/office/drawing/2014/main" id="{5DD7FBC6-C445-0CAC-A26D-9C3C586C92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7710" y="5405536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892" name="AutoShape 108">
              <a:extLst>
                <a:ext uri="{FF2B5EF4-FFF2-40B4-BE49-F238E27FC236}">
                  <a16:creationId xmlns:a16="http://schemas.microsoft.com/office/drawing/2014/main" id="{F7F8EDD5-531A-008B-109F-DEC0528CFC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3177" y="4301330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268" name="Line 109">
              <a:extLst>
                <a:ext uri="{FF2B5EF4-FFF2-40B4-BE49-F238E27FC236}">
                  <a16:creationId xmlns:a16="http://schemas.microsoft.com/office/drawing/2014/main" id="{9E06B188-B02D-DD47-2EBF-9688D1878C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874" y="4791066"/>
              <a:ext cx="133329" cy="539844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9" name="Line 110">
              <a:extLst>
                <a:ext uri="{FF2B5EF4-FFF2-40B4-BE49-F238E27FC236}">
                  <a16:creationId xmlns:a16="http://schemas.microsoft.com/office/drawing/2014/main" id="{C3DB6611-FA67-8E21-0DA9-C80BC76094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98300" y="5157843"/>
              <a:ext cx="144439" cy="198472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0" name="Line 111">
              <a:extLst>
                <a:ext uri="{FF2B5EF4-FFF2-40B4-BE49-F238E27FC236}">
                  <a16:creationId xmlns:a16="http://schemas.microsoft.com/office/drawing/2014/main" id="{391FFAB2-F619-63F6-883A-CE641FBDE9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6914" y="5492863"/>
              <a:ext cx="588867" cy="36518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1" name="Line 112">
              <a:extLst>
                <a:ext uri="{FF2B5EF4-FFF2-40B4-BE49-F238E27FC236}">
                  <a16:creationId xmlns:a16="http://schemas.microsoft.com/office/drawing/2014/main" id="{28C30BFA-33B1-AEA8-7000-2635D3D457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28486" y="5175308"/>
              <a:ext cx="15872" cy="24293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2" name="Line 113">
              <a:extLst>
                <a:ext uri="{FF2B5EF4-FFF2-40B4-BE49-F238E27FC236}">
                  <a16:creationId xmlns:a16="http://schemas.microsoft.com/office/drawing/2014/main" id="{B82DFDDC-46C8-DEAC-0940-564EFCD6F7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82438" y="4816470"/>
              <a:ext cx="207930" cy="589066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3" name="Line 114">
              <a:extLst>
                <a:ext uri="{FF2B5EF4-FFF2-40B4-BE49-F238E27FC236}">
                  <a16:creationId xmlns:a16="http://schemas.microsoft.com/office/drawing/2014/main" id="{4EAE1C61-C8EC-9DF1-5DD2-8DB5476254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42760" y="5578603"/>
              <a:ext cx="76188" cy="217526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4" name="Line 115">
              <a:extLst>
                <a:ext uri="{FF2B5EF4-FFF2-40B4-BE49-F238E27FC236}">
                  <a16:creationId xmlns:a16="http://schemas.microsoft.com/office/drawing/2014/main" id="{85FA81CF-B1C1-DD81-2727-487FF66B8B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614" y="5567489"/>
              <a:ext cx="266657" cy="266747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5" name="Line 116">
              <a:extLst>
                <a:ext uri="{FF2B5EF4-FFF2-40B4-BE49-F238E27FC236}">
                  <a16:creationId xmlns:a16="http://schemas.microsoft.com/office/drawing/2014/main" id="{DE725A71-9202-7FE1-C6BD-2150D8CDFD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5283" y="3166771"/>
              <a:ext cx="250785" cy="53349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901" name="AutoShape 117">
              <a:extLst>
                <a:ext uri="{FF2B5EF4-FFF2-40B4-BE49-F238E27FC236}">
                  <a16:creationId xmlns:a16="http://schemas.microsoft.com/office/drawing/2014/main" id="{36E9675F-0A03-6CF7-7359-94876150ABD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722482" y="3680989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78902" name="AutoShape 118">
              <a:extLst>
                <a:ext uri="{FF2B5EF4-FFF2-40B4-BE49-F238E27FC236}">
                  <a16:creationId xmlns:a16="http://schemas.microsoft.com/office/drawing/2014/main" id="{4898FE33-7991-4ECF-9521-2CC878731F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4432" y="3035835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278" name="Line 119">
              <a:extLst>
                <a:ext uri="{FF2B5EF4-FFF2-40B4-BE49-F238E27FC236}">
                  <a16:creationId xmlns:a16="http://schemas.microsoft.com/office/drawing/2014/main" id="{7F17A905-D804-A1DE-9EFD-E10366050B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7526" y="2825398"/>
              <a:ext cx="485697" cy="234991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9" name="Line 120">
              <a:extLst>
                <a:ext uri="{FF2B5EF4-FFF2-40B4-BE49-F238E27FC236}">
                  <a16:creationId xmlns:a16="http://schemas.microsoft.com/office/drawing/2014/main" id="{82D5A826-F9F8-D613-8BA4-3739C165A1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3872" y="3935255"/>
              <a:ext cx="107933" cy="298502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905" name="AutoShape 121">
              <a:extLst>
                <a:ext uri="{FF2B5EF4-FFF2-40B4-BE49-F238E27FC236}">
                  <a16:creationId xmlns:a16="http://schemas.microsoft.com/office/drawing/2014/main" id="{31D2DEC1-807C-7781-E530-FBBD24739B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887" y="5008518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281" name="Line 122">
              <a:extLst>
                <a:ext uri="{FF2B5EF4-FFF2-40B4-BE49-F238E27FC236}">
                  <a16:creationId xmlns:a16="http://schemas.microsoft.com/office/drawing/2014/main" id="{3A8B97FD-9F3E-1917-0C7E-4F2434F0BB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95118" y="4456045"/>
              <a:ext cx="85711" cy="533493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907" name="AutoShape 123">
              <a:extLst>
                <a:ext uri="{FF2B5EF4-FFF2-40B4-BE49-F238E27FC236}">
                  <a16:creationId xmlns:a16="http://schemas.microsoft.com/office/drawing/2014/main" id="{1C344556-5B51-3394-9E3C-C69292304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5613" y="5355909"/>
              <a:ext cx="128331" cy="148882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pt-BR" altLang="en-US" sz="900">
                <a:cs typeface="Arial" panose="020B0604020202020204" pitchFamily="34" charset="0"/>
              </a:endParaRPr>
            </a:p>
          </p:txBody>
        </p:sp>
        <p:sp>
          <p:nvSpPr>
            <p:cNvPr id="283" name="Line 124">
              <a:extLst>
                <a:ext uri="{FF2B5EF4-FFF2-40B4-BE49-F238E27FC236}">
                  <a16:creationId xmlns:a16="http://schemas.microsoft.com/office/drawing/2014/main" id="{5FC07260-5CC1-3030-AB73-D8DF32C12E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76093" y="5486512"/>
              <a:ext cx="341257" cy="36518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4" name="Freeform 125">
              <a:extLst>
                <a:ext uri="{FF2B5EF4-FFF2-40B4-BE49-F238E27FC236}">
                  <a16:creationId xmlns:a16="http://schemas.microsoft.com/office/drawing/2014/main" id="{BDC91C3E-1BDC-B0B7-72C9-50C69F6D43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723" y="3866980"/>
              <a:ext cx="336496" cy="1597303"/>
            </a:xfrm>
            <a:custGeom>
              <a:avLst/>
              <a:gdLst>
                <a:gd name="T0" fmla="*/ 336496 w 126"/>
                <a:gd name="T1" fmla="*/ 1563186 h 515"/>
                <a:gd name="T2" fmla="*/ 90801 w 126"/>
                <a:gd name="T3" fmla="*/ 1426717 h 515"/>
                <a:gd name="T4" fmla="*/ 48071 w 126"/>
                <a:gd name="T5" fmla="*/ 1315061 h 515"/>
                <a:gd name="T6" fmla="*/ 26706 w 126"/>
                <a:gd name="T7" fmla="*/ 1240624 h 515"/>
                <a:gd name="T8" fmla="*/ 16024 w 126"/>
                <a:gd name="T9" fmla="*/ 272937 h 515"/>
                <a:gd name="T10" fmla="*/ 112165 w 126"/>
                <a:gd name="T11" fmla="*/ 74437 h 515"/>
                <a:gd name="T12" fmla="*/ 208307 w 126"/>
                <a:gd name="T13" fmla="*/ 0 h 5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6" h="515">
                  <a:moveTo>
                    <a:pt x="126" y="504"/>
                  </a:moveTo>
                  <a:cubicBezTo>
                    <a:pt x="93" y="515"/>
                    <a:pt x="48" y="493"/>
                    <a:pt x="34" y="460"/>
                  </a:cubicBezTo>
                  <a:cubicBezTo>
                    <a:pt x="30" y="451"/>
                    <a:pt x="22" y="434"/>
                    <a:pt x="18" y="424"/>
                  </a:cubicBezTo>
                  <a:cubicBezTo>
                    <a:pt x="15" y="416"/>
                    <a:pt x="10" y="400"/>
                    <a:pt x="10" y="400"/>
                  </a:cubicBezTo>
                  <a:cubicBezTo>
                    <a:pt x="0" y="295"/>
                    <a:pt x="0" y="195"/>
                    <a:pt x="6" y="88"/>
                  </a:cubicBezTo>
                  <a:cubicBezTo>
                    <a:pt x="7" y="69"/>
                    <a:pt x="24" y="30"/>
                    <a:pt x="42" y="24"/>
                  </a:cubicBezTo>
                  <a:cubicBezTo>
                    <a:pt x="54" y="6"/>
                    <a:pt x="65" y="13"/>
                    <a:pt x="78" y="0"/>
                  </a:cubicBezTo>
                </a:path>
              </a:pathLst>
            </a:custGeom>
            <a:noFill/>
            <a:ln w="381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5" name="Freeform 126">
              <a:extLst>
                <a:ext uri="{FF2B5EF4-FFF2-40B4-BE49-F238E27FC236}">
                  <a16:creationId xmlns:a16="http://schemas.microsoft.com/office/drawing/2014/main" id="{36ADE541-9F11-2157-45EB-D640467AD6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3212" y="3768538"/>
              <a:ext cx="304751" cy="1301977"/>
            </a:xfrm>
            <a:custGeom>
              <a:avLst/>
              <a:gdLst>
                <a:gd name="T0" fmla="*/ 0 w 114"/>
                <a:gd name="T1" fmla="*/ 1301977 h 420"/>
                <a:gd name="T2" fmla="*/ 203167 w 114"/>
                <a:gd name="T3" fmla="*/ 1115980 h 420"/>
                <a:gd name="T4" fmla="*/ 288711 w 114"/>
                <a:gd name="T5" fmla="*/ 210796 h 420"/>
                <a:gd name="T6" fmla="*/ 106930 w 114"/>
                <a:gd name="T7" fmla="*/ 0 h 4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4" h="420">
                  <a:moveTo>
                    <a:pt x="0" y="420"/>
                  </a:moveTo>
                  <a:cubicBezTo>
                    <a:pt x="29" y="419"/>
                    <a:pt x="58" y="419"/>
                    <a:pt x="76" y="360"/>
                  </a:cubicBezTo>
                  <a:cubicBezTo>
                    <a:pt x="94" y="301"/>
                    <a:pt x="114" y="128"/>
                    <a:pt x="108" y="68"/>
                  </a:cubicBezTo>
                  <a:cubicBezTo>
                    <a:pt x="102" y="8"/>
                    <a:pt x="71" y="4"/>
                    <a:pt x="40" y="0"/>
                  </a:cubicBezTo>
                </a:path>
              </a:pathLst>
            </a:custGeom>
            <a:noFill/>
            <a:ln w="381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61E4D428-4455-3C17-37AD-D63550063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371600"/>
            <a:ext cx="845820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500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charset="0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Monotype Sorts" charset="0"/>
              <a:buChar char="]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  <a:buClrTx/>
              <a:defRPr/>
            </a:pPr>
            <a:r>
              <a:rPr lang="en-GB" sz="2600" i="0" dirty="0">
                <a:latin typeface="Arial"/>
                <a:cs typeface="Arial"/>
              </a:rPr>
              <a:t>V &amp; V and debugging are </a:t>
            </a:r>
            <a:r>
              <a:rPr lang="en-GB" sz="2600" b="1" i="0" dirty="0">
                <a:latin typeface="Arial"/>
                <a:cs typeface="Arial"/>
              </a:rPr>
              <a:t>distinct processes</a:t>
            </a:r>
            <a:endParaRPr lang="en-GB" sz="2600" b="1" i="0" u="sng" dirty="0">
              <a:latin typeface="Arial"/>
              <a:cs typeface="Arial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ClrTx/>
              <a:defRPr/>
            </a:pPr>
            <a:r>
              <a:rPr lang="en-GB" sz="2600" b="1" i="0" dirty="0">
                <a:latin typeface="Arial"/>
                <a:cs typeface="Arial"/>
              </a:rPr>
              <a:t>V &amp; V </a:t>
            </a:r>
            <a:r>
              <a:rPr lang="en-GB" sz="2600" i="0" dirty="0">
                <a:latin typeface="Arial"/>
                <a:cs typeface="Arial"/>
              </a:rPr>
              <a:t>is concerned with establishing the </a:t>
            </a:r>
            <a:r>
              <a:rPr lang="en-GB" sz="2600" b="1" i="0" dirty="0">
                <a:latin typeface="Arial"/>
                <a:cs typeface="Arial"/>
              </a:rPr>
              <a:t>absence or existence of defects </a:t>
            </a:r>
            <a:r>
              <a:rPr lang="en-GB" sz="2600" i="0" dirty="0">
                <a:latin typeface="Arial"/>
                <a:cs typeface="Arial"/>
              </a:rPr>
              <a:t>in a program, resp.</a:t>
            </a:r>
          </a:p>
          <a:p>
            <a:pPr>
              <a:spcBef>
                <a:spcPts val="600"/>
              </a:spcBef>
              <a:spcAft>
                <a:spcPts val="600"/>
              </a:spcAft>
              <a:buClrTx/>
              <a:defRPr/>
            </a:pPr>
            <a:r>
              <a:rPr lang="en-GB" sz="2600" b="1" i="0" dirty="0">
                <a:latin typeface="Arial"/>
                <a:cs typeface="Arial"/>
              </a:rPr>
              <a:t>Debugging </a:t>
            </a:r>
            <a:r>
              <a:rPr lang="en-GB" sz="2600" i="0" dirty="0">
                <a:latin typeface="Arial"/>
                <a:cs typeface="Arial"/>
              </a:rPr>
              <a:t>is concerned with two main tasks 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ClrTx/>
              <a:defRPr/>
            </a:pPr>
            <a:r>
              <a:rPr lang="en-US" sz="2400" b="1" i="0" dirty="0">
                <a:latin typeface="Arial"/>
                <a:cs typeface="Arial"/>
              </a:rPr>
              <a:t>L</a:t>
            </a:r>
            <a:r>
              <a:rPr lang="en-GB" sz="2400" b="1" i="0" dirty="0" err="1">
                <a:latin typeface="Arial"/>
                <a:cs typeface="Arial"/>
              </a:rPr>
              <a:t>ocating</a:t>
            </a:r>
            <a:r>
              <a:rPr lang="en-GB" sz="2400" b="1" i="0" dirty="0">
                <a:latin typeface="Arial"/>
                <a:cs typeface="Arial"/>
              </a:rPr>
              <a:t> and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ClrTx/>
              <a:defRPr/>
            </a:pPr>
            <a:r>
              <a:rPr lang="en-GB" sz="2400" b="1" i="0" dirty="0">
                <a:latin typeface="Arial"/>
                <a:cs typeface="Arial"/>
              </a:rPr>
              <a:t>Repairing these errors</a:t>
            </a:r>
          </a:p>
          <a:p>
            <a:pPr>
              <a:spcBef>
                <a:spcPts val="600"/>
              </a:spcBef>
              <a:spcAft>
                <a:spcPts val="600"/>
              </a:spcAft>
              <a:buClrTx/>
              <a:defRPr/>
            </a:pPr>
            <a:r>
              <a:rPr lang="en-GB" sz="2600" i="0" dirty="0">
                <a:latin typeface="Arial"/>
                <a:cs typeface="Arial"/>
              </a:rPr>
              <a:t>Debugging involves 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ClrTx/>
              <a:defRPr/>
            </a:pPr>
            <a:r>
              <a:rPr lang="en-GB" sz="2400" i="0" dirty="0">
                <a:latin typeface="Arial"/>
                <a:cs typeface="Arial"/>
              </a:rPr>
              <a:t>Formulating a hypothesis about program behaviour 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ClrTx/>
              <a:defRPr/>
            </a:pPr>
            <a:r>
              <a:rPr lang="en-GB" sz="2400" i="0" dirty="0">
                <a:latin typeface="Arial"/>
                <a:cs typeface="Arial"/>
              </a:rPr>
              <a:t>Test these hypotheses to find the system error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054AD65-151E-6675-0413-0F36315EDF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76200"/>
            <a:ext cx="8382000" cy="1108075"/>
          </a:xfrm>
        </p:spPr>
        <p:txBody>
          <a:bodyPr/>
          <a:lstStyle/>
          <a:p>
            <a:pPr>
              <a:defRPr/>
            </a:pPr>
            <a:r>
              <a:rPr lang="en-GB" b="1" dirty="0">
                <a:solidFill>
                  <a:schemeClr val="tx1"/>
                </a:solidFill>
                <a:cs typeface="Arial"/>
              </a:rPr>
              <a:t>V&amp;V and debugging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858660C4-2FC2-E50A-7466-D2DF84241C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000000"/>
                </a:solidFill>
              </a:rPr>
              <a:t>Formula Satisfiability (SAT)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93AEDBC-D044-815D-B44E-4C8764D44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47800"/>
            <a:ext cx="82296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2075" tIns="46038" rIns="92075" bIns="46038"/>
          <a:lstStyle>
            <a:lvl1pPr marL="342900" indent="-3429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  <a:buSzPct val="125000"/>
              <a:buFontTx/>
              <a:buChar char="•"/>
            </a:pPr>
            <a:r>
              <a:rPr lang="en-US" altLang="en-US" sz="2800" i="0">
                <a:cs typeface="Arial" panose="020B0604020202020204" pitchFamily="34" charset="0"/>
              </a:rPr>
              <a:t>The SAT problem asks whether a given Boolean formula is satisfiable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endParaRPr lang="en-US" altLang="en-US" sz="2400" i="0">
              <a:cs typeface="Arial" panose="020B0604020202020204" pitchFamily="34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endParaRPr lang="en-US" altLang="en-US" sz="2400" i="0">
              <a:cs typeface="Arial" panose="020B0604020202020204" pitchFamily="34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altLang="en-US" sz="2400" i="0">
                <a:cs typeface="Arial" panose="020B0604020202020204" pitchFamily="34" charset="0"/>
              </a:rPr>
              <a:t>Example:</a:t>
            </a:r>
          </a:p>
          <a:p>
            <a:pPr lvl="2">
              <a:spcBef>
                <a:spcPts val="600"/>
              </a:spcBef>
              <a:spcAft>
                <a:spcPts val="600"/>
              </a:spcAft>
              <a:buFontTx/>
              <a:buChar char="o"/>
            </a:pPr>
            <a:r>
              <a:rPr lang="en-US" altLang="en-US" i="0">
                <a:cs typeface="Arial" panose="020B0604020202020204" pitchFamily="34" charset="0"/>
              </a:rPr>
              <a:t>Φ = ((x</a:t>
            </a:r>
            <a:r>
              <a:rPr lang="en-US" altLang="en-US" i="0" baseline="-25000">
                <a:cs typeface="Arial" panose="020B0604020202020204" pitchFamily="34" charset="0"/>
              </a:rPr>
              <a:t>1</a:t>
            </a:r>
            <a:r>
              <a:rPr lang="en-US" altLang="en-US" i="0">
                <a:cs typeface="Arial" panose="020B0604020202020204" pitchFamily="34" charset="0"/>
              </a:rPr>
              <a:t> </a:t>
            </a:r>
            <a:r>
              <a:rPr lang="en-US" altLang="en-US" i="0">
                <a:cs typeface="Arial" panose="020B0604020202020204" pitchFamily="34" charset="0"/>
                <a:sym typeface="Symbol" pitchFamily="2" charset="2"/>
              </a:rPr>
              <a:t>x</a:t>
            </a:r>
            <a:r>
              <a:rPr lang="en-US" altLang="en-US" i="0" baseline="-25000">
                <a:cs typeface="Arial" panose="020B0604020202020204" pitchFamily="34" charset="0"/>
                <a:sym typeface="Symbol" pitchFamily="2" charset="2"/>
              </a:rPr>
              <a:t>2</a:t>
            </a:r>
            <a:r>
              <a:rPr lang="en-US" altLang="en-US" i="0">
                <a:cs typeface="Arial" panose="020B0604020202020204" pitchFamily="34" charset="0"/>
                <a:sym typeface="Symbol" pitchFamily="2" charset="2"/>
              </a:rPr>
              <a:t>)  ((x</a:t>
            </a:r>
            <a:r>
              <a:rPr lang="en-US" altLang="en-US" i="0" baseline="-25000">
                <a:cs typeface="Arial" panose="020B0604020202020204" pitchFamily="34" charset="0"/>
                <a:sym typeface="Symbol" pitchFamily="2" charset="2"/>
              </a:rPr>
              <a:t>1</a:t>
            </a:r>
            <a:r>
              <a:rPr lang="en-US" altLang="en-US" i="0">
                <a:cs typeface="Arial" panose="020B0604020202020204" pitchFamily="34" charset="0"/>
                <a:sym typeface="Symbol" pitchFamily="2" charset="2"/>
              </a:rPr>
              <a:t>  x</a:t>
            </a:r>
            <a:r>
              <a:rPr lang="en-US" altLang="en-US" i="0" baseline="-25000">
                <a:cs typeface="Arial" panose="020B0604020202020204" pitchFamily="34" charset="0"/>
                <a:sym typeface="Symbol" pitchFamily="2" charset="2"/>
              </a:rPr>
              <a:t>3</a:t>
            </a:r>
            <a:r>
              <a:rPr lang="en-US" altLang="en-US" i="0">
                <a:cs typeface="Arial" panose="020B0604020202020204" pitchFamily="34" charset="0"/>
                <a:sym typeface="Symbol" pitchFamily="2" charset="2"/>
              </a:rPr>
              <a:t>)  x</a:t>
            </a:r>
            <a:r>
              <a:rPr lang="en-US" altLang="en-US" i="0" baseline="-25000">
                <a:cs typeface="Arial" panose="020B0604020202020204" pitchFamily="34" charset="0"/>
                <a:sym typeface="Symbol" pitchFamily="2" charset="2"/>
              </a:rPr>
              <a:t>4</a:t>
            </a:r>
            <a:r>
              <a:rPr lang="en-US" altLang="en-US" i="0">
                <a:cs typeface="Arial" panose="020B0604020202020204" pitchFamily="34" charset="0"/>
                <a:sym typeface="Symbol" pitchFamily="2" charset="2"/>
              </a:rPr>
              <a:t>)) x</a:t>
            </a:r>
            <a:r>
              <a:rPr lang="en-US" altLang="en-US" i="0" baseline="-25000">
                <a:cs typeface="Arial" panose="020B0604020202020204" pitchFamily="34" charset="0"/>
                <a:sym typeface="Symbol" pitchFamily="2" charset="2"/>
              </a:rPr>
              <a:t>2</a:t>
            </a:r>
          </a:p>
          <a:p>
            <a:pPr lvl="2">
              <a:spcBef>
                <a:spcPts val="600"/>
              </a:spcBef>
              <a:spcAft>
                <a:spcPts val="600"/>
              </a:spcAft>
              <a:buFontTx/>
              <a:buChar char="o"/>
            </a:pPr>
            <a:r>
              <a:rPr lang="en-US" altLang="en-US" i="0">
                <a:cs typeface="Arial" panose="020B0604020202020204" pitchFamily="34" charset="0"/>
                <a:sym typeface="Symbol" pitchFamily="2" charset="2"/>
              </a:rPr>
              <a:t>Assignment: </a:t>
            </a:r>
            <a:r>
              <a:rPr lang="en-US" altLang="en-US">
                <a:cs typeface="Arial" panose="020B0604020202020204" pitchFamily="34" charset="0"/>
                <a:sym typeface="Symbol" pitchFamily="2" charset="2"/>
              </a:rPr>
              <a:t>&lt;x</a:t>
            </a:r>
            <a:r>
              <a:rPr lang="en-US" altLang="en-US" baseline="-25000">
                <a:cs typeface="Arial" panose="020B0604020202020204" pitchFamily="34" charset="0"/>
                <a:sym typeface="Symbol" pitchFamily="2" charset="2"/>
              </a:rPr>
              <a:t>1 </a:t>
            </a:r>
            <a:r>
              <a:rPr lang="en-US" altLang="en-US">
                <a:cs typeface="Arial" panose="020B0604020202020204" pitchFamily="34" charset="0"/>
                <a:sym typeface="Symbol" pitchFamily="2" charset="2"/>
              </a:rPr>
              <a:t>= 0, x</a:t>
            </a:r>
            <a:r>
              <a:rPr lang="en-US" altLang="en-US" baseline="-25000">
                <a:cs typeface="Arial" panose="020B0604020202020204" pitchFamily="34" charset="0"/>
                <a:sym typeface="Symbol" pitchFamily="2" charset="2"/>
              </a:rPr>
              <a:t>2 </a:t>
            </a:r>
            <a:r>
              <a:rPr lang="en-US" altLang="en-US">
                <a:cs typeface="Arial" panose="020B0604020202020204" pitchFamily="34" charset="0"/>
                <a:sym typeface="Symbol" pitchFamily="2" charset="2"/>
              </a:rPr>
              <a:t>= 0, x</a:t>
            </a:r>
            <a:r>
              <a:rPr lang="en-US" altLang="en-US" baseline="-25000">
                <a:cs typeface="Arial" panose="020B0604020202020204" pitchFamily="34" charset="0"/>
                <a:sym typeface="Symbol" pitchFamily="2" charset="2"/>
              </a:rPr>
              <a:t>3 </a:t>
            </a:r>
            <a:r>
              <a:rPr lang="en-US" altLang="en-US">
                <a:cs typeface="Arial" panose="020B0604020202020204" pitchFamily="34" charset="0"/>
                <a:sym typeface="Symbol" pitchFamily="2" charset="2"/>
              </a:rPr>
              <a:t>= 1, x</a:t>
            </a:r>
            <a:r>
              <a:rPr lang="en-US" altLang="en-US" baseline="-25000">
                <a:cs typeface="Arial" panose="020B0604020202020204" pitchFamily="34" charset="0"/>
                <a:sym typeface="Symbol" pitchFamily="2" charset="2"/>
              </a:rPr>
              <a:t>4 </a:t>
            </a:r>
            <a:r>
              <a:rPr lang="en-US" altLang="en-US">
                <a:cs typeface="Arial" panose="020B0604020202020204" pitchFamily="34" charset="0"/>
                <a:sym typeface="Symbol" pitchFamily="2" charset="2"/>
              </a:rPr>
              <a:t>= 1&gt;</a:t>
            </a:r>
          </a:p>
          <a:p>
            <a:pPr lvl="2">
              <a:spcBef>
                <a:spcPts val="600"/>
              </a:spcBef>
              <a:spcAft>
                <a:spcPts val="600"/>
              </a:spcAft>
              <a:buFontTx/>
              <a:buChar char="o"/>
            </a:pPr>
            <a:r>
              <a:rPr lang="en-US" altLang="en-US" i="0">
                <a:cs typeface="Arial" panose="020B0604020202020204" pitchFamily="34" charset="0"/>
              </a:rPr>
              <a:t>Φ = ((0 </a:t>
            </a:r>
            <a:r>
              <a:rPr lang="en-US" altLang="en-US" i="0">
                <a:cs typeface="Arial" panose="020B0604020202020204" pitchFamily="34" charset="0"/>
                <a:sym typeface="Symbol" pitchFamily="2" charset="2"/>
              </a:rPr>
              <a:t>0)  ((0  1)  1)) 0</a:t>
            </a:r>
            <a:endParaRPr lang="en-US" altLang="en-US" i="0" baseline="-25000">
              <a:cs typeface="Arial" panose="020B0604020202020204" pitchFamily="34" charset="0"/>
              <a:sym typeface="Symbol" pitchFamily="2" charset="2"/>
            </a:endParaRPr>
          </a:p>
          <a:p>
            <a:pPr lvl="2">
              <a:spcBef>
                <a:spcPts val="600"/>
              </a:spcBef>
              <a:spcAft>
                <a:spcPts val="600"/>
              </a:spcAft>
              <a:buFontTx/>
              <a:buChar char="o"/>
            </a:pPr>
            <a:r>
              <a:rPr lang="en-US" altLang="en-US" i="0">
                <a:cs typeface="Arial" panose="020B0604020202020204" pitchFamily="34" charset="0"/>
              </a:rPr>
              <a:t>Φ = (1</a:t>
            </a:r>
            <a:r>
              <a:rPr lang="en-US" altLang="en-US" i="0">
                <a:cs typeface="Arial" panose="020B0604020202020204" pitchFamily="34" charset="0"/>
                <a:sym typeface="Symbol" pitchFamily="2" charset="2"/>
              </a:rPr>
              <a:t>  (1  1)) 1</a:t>
            </a:r>
          </a:p>
          <a:p>
            <a:pPr lvl="2">
              <a:spcBef>
                <a:spcPts val="600"/>
              </a:spcBef>
              <a:spcAft>
                <a:spcPts val="600"/>
              </a:spcAft>
              <a:buFontTx/>
              <a:buChar char="o"/>
            </a:pPr>
            <a:r>
              <a:rPr lang="en-US" altLang="en-US" i="0">
                <a:cs typeface="Arial" panose="020B0604020202020204" pitchFamily="34" charset="0"/>
              </a:rPr>
              <a:t>Φ = (1</a:t>
            </a:r>
            <a:r>
              <a:rPr lang="en-US" altLang="en-US" i="0">
                <a:cs typeface="Arial" panose="020B0604020202020204" pitchFamily="34" charset="0"/>
                <a:sym typeface="Symbol" pitchFamily="2" charset="2"/>
              </a:rPr>
              <a:t>  0) 1</a:t>
            </a:r>
          </a:p>
          <a:p>
            <a:pPr lvl="2">
              <a:spcBef>
                <a:spcPts val="600"/>
              </a:spcBef>
              <a:spcAft>
                <a:spcPts val="600"/>
              </a:spcAft>
              <a:buFontTx/>
              <a:buChar char="o"/>
            </a:pPr>
            <a:r>
              <a:rPr lang="en-US" altLang="en-US" i="0">
                <a:cs typeface="Arial" panose="020B0604020202020204" pitchFamily="34" charset="0"/>
              </a:rPr>
              <a:t>Φ = 1</a:t>
            </a:r>
            <a:endParaRPr lang="en-US" altLang="en-US" i="0">
              <a:cs typeface="Arial" panose="020B0604020202020204" pitchFamily="34" charset="0"/>
              <a:sym typeface="Symbol" pitchFamily="2" charset="2"/>
            </a:endParaRPr>
          </a:p>
          <a:p>
            <a:pPr lvl="2">
              <a:spcBef>
                <a:spcPts val="600"/>
              </a:spcBef>
              <a:spcAft>
                <a:spcPts val="600"/>
              </a:spcAft>
              <a:buFontTx/>
              <a:buChar char="o"/>
            </a:pPr>
            <a:endParaRPr lang="en-US" altLang="en-US" i="0">
              <a:cs typeface="Arial" panose="020B0604020202020204" pitchFamily="34" charset="0"/>
            </a:endParaRPr>
          </a:p>
        </p:txBody>
      </p:sp>
      <p:sp>
        <p:nvSpPr>
          <p:cNvPr id="112643" name="Rectangle 1">
            <a:extLst>
              <a:ext uri="{FF2B5EF4-FFF2-40B4-BE49-F238E27FC236}">
                <a16:creationId xmlns:a16="http://schemas.microsoft.com/office/drawing/2014/main" id="{54830DA1-6C0A-A12D-2E67-6283DABAA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2676525"/>
            <a:ext cx="8610600" cy="52387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z="2800" i="0">
                <a:solidFill>
                  <a:schemeClr val="accent1"/>
                </a:solidFill>
                <a:cs typeface="Arial" panose="020B0604020202020204" pitchFamily="34" charset="0"/>
              </a:rPr>
              <a:t>SAT = {&lt;Φ&gt; : Φ is a satisfiable Boolean formula}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bldLvl="2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852A42F5-2A93-CD00-9C89-9B2BBAC47E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000000"/>
                </a:solidFill>
              </a:rPr>
              <a:t>SAT Competition</a:t>
            </a:r>
          </a:p>
        </p:txBody>
      </p:sp>
      <p:pic>
        <p:nvPicPr>
          <p:cNvPr id="113666" name="Picture 4">
            <a:extLst>
              <a:ext uri="{FF2B5EF4-FFF2-40B4-BE49-F238E27FC236}">
                <a16:creationId xmlns:a16="http://schemas.microsoft.com/office/drawing/2014/main" id="{A41442CC-526D-886D-0737-4D38B97795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925" y="1582738"/>
            <a:ext cx="7023100" cy="471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2">
            <a:extLst>
              <a:ext uri="{FF2B5EF4-FFF2-40B4-BE49-F238E27FC236}">
                <a16:creationId xmlns:a16="http://schemas.microsoft.com/office/drawing/2014/main" id="{1FDBFDDC-E2B7-D02E-3FC4-F5FF40776B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19063"/>
            <a:ext cx="8839200" cy="719137"/>
          </a:xfrm>
        </p:spPr>
        <p:txBody>
          <a:bodyPr/>
          <a:lstStyle/>
          <a:p>
            <a:pPr>
              <a:defRPr/>
            </a:pPr>
            <a:r>
              <a:rPr lang="en-GB" b="1" dirty="0">
                <a:solidFill>
                  <a:schemeClr val="tx1"/>
                </a:solidFill>
                <a:cs typeface="Arial" charset="0"/>
              </a:rPr>
              <a:t>Bounded Model Checking</a:t>
            </a:r>
          </a:p>
        </p:txBody>
      </p:sp>
      <p:sp>
        <p:nvSpPr>
          <p:cNvPr id="117762" name="Rectangle 3">
            <a:extLst>
              <a:ext uri="{FF2B5EF4-FFF2-40B4-BE49-F238E27FC236}">
                <a16:creationId xmlns:a16="http://schemas.microsoft.com/office/drawing/2014/main" id="{32D809D7-5506-217C-F872-41D2B2827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990600"/>
            <a:ext cx="89154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altLang="en-US" sz="2400" i="0">
                <a:cs typeface="Arial" panose="020B0604020202020204" pitchFamily="34" charset="0"/>
              </a:rPr>
              <a:t>Basic Idea: check negation of given property up to given depth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endParaRPr lang="en-GB" altLang="en-US" sz="2800" i="0"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endParaRPr lang="en-GB" altLang="en-US" sz="2800" i="0"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endParaRPr lang="en-GB" altLang="en-US" sz="2800" i="0"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GB" altLang="en-US" sz="2800" i="0"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GB" altLang="en-US" sz="2400" i="0">
                <a:cs typeface="Arial" panose="020B0604020202020204" pitchFamily="34" charset="0"/>
              </a:rPr>
              <a:t>transition system M unrolled k times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Tx/>
              <a:buChar char="–"/>
            </a:pPr>
            <a:r>
              <a:rPr lang="en-GB" altLang="en-US" sz="2200" i="0">
                <a:cs typeface="Arial" panose="020B0604020202020204" pitchFamily="34" charset="0"/>
              </a:rPr>
              <a:t>for programs: unroll loops, unfold arrays, …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GB" altLang="en-US" sz="2400" i="0">
                <a:cs typeface="Arial" panose="020B0604020202020204" pitchFamily="34" charset="0"/>
              </a:rPr>
              <a:t>translated into verification condition </a:t>
            </a:r>
            <a:r>
              <a:rPr lang="en-GB" altLang="en-US" sz="2400" i="0">
                <a:cs typeface="Arial" panose="020B0604020202020204" pitchFamily="34" charset="0"/>
                <a:sym typeface="Symbol" pitchFamily="2" charset="2"/>
              </a:rPr>
              <a:t> such that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GB" altLang="en-US" sz="2400" b="1" i="0">
                <a:cs typeface="Arial" panose="020B0604020202020204" pitchFamily="34" charset="0"/>
                <a:sym typeface="Symbol" pitchFamily="2" charset="2"/>
              </a:rPr>
              <a:t> satisfiable iff  has counterexample of max. depth k</a:t>
            </a:r>
            <a:r>
              <a:rPr lang="en-GB" altLang="en-US" sz="2400" i="0">
                <a:cs typeface="Arial" panose="020B0604020202020204" pitchFamily="34" charset="0"/>
                <a:sym typeface="Symbol" pitchFamily="2" charset="2"/>
              </a:rPr>
              <a:t> </a:t>
            </a:r>
            <a:endParaRPr lang="en-GB" altLang="en-US" sz="2400" i="0"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GB" altLang="en-US" sz="2400" i="0">
                <a:cs typeface="Arial" panose="020B0604020202020204" pitchFamily="34" charset="0"/>
              </a:rPr>
              <a:t>has been applied successfully to verify HW/SW systems</a:t>
            </a:r>
          </a:p>
        </p:txBody>
      </p:sp>
      <p:sp>
        <p:nvSpPr>
          <p:cNvPr id="39" name="Line 3">
            <a:extLst>
              <a:ext uri="{FF2B5EF4-FFF2-40B4-BE49-F238E27FC236}">
                <a16:creationId xmlns:a16="http://schemas.microsoft.com/office/drawing/2014/main" id="{2FCCE6A1-EEC3-8BF7-4ED9-088F61F00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4738" y="2490788"/>
            <a:ext cx="8382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i="0" kern="0">
              <a:solidFill>
                <a:sysClr val="windowText" lastClr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0" name="Oval 4">
            <a:extLst>
              <a:ext uri="{FF2B5EF4-FFF2-40B4-BE49-F238E27FC236}">
                <a16:creationId xmlns:a16="http://schemas.microsoft.com/office/drawing/2014/main" id="{94539745-2E09-D8F5-AC4B-06418C39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9138" y="2414588"/>
            <a:ext cx="152400" cy="152400"/>
          </a:xfrm>
          <a:prstGeom prst="ellipse">
            <a:avLst/>
          </a:prstGeom>
          <a:solidFill>
            <a:srgbClr val="BBE0E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200" i="0" kern="0">
              <a:solidFill>
                <a:sysClr val="windowText" lastClr="000000"/>
              </a:solidFill>
              <a:latin typeface="Arial" charset="0"/>
              <a:ea typeface="Gulim" charset="0"/>
              <a:cs typeface="Gulim" charset="0"/>
            </a:endParaRPr>
          </a:p>
        </p:txBody>
      </p:sp>
      <p:sp>
        <p:nvSpPr>
          <p:cNvPr id="41" name="Line 5">
            <a:extLst>
              <a:ext uri="{FF2B5EF4-FFF2-40B4-BE49-F238E27FC236}">
                <a16:creationId xmlns:a16="http://schemas.microsoft.com/office/drawing/2014/main" id="{65F40A00-CDEE-75B9-56BA-912CBCF7BA9C}"/>
              </a:ext>
            </a:extLst>
          </p:cNvPr>
          <p:cNvSpPr>
            <a:spLocks noChangeShapeType="1"/>
          </p:cNvSpPr>
          <p:nvPr/>
        </p:nvSpPr>
        <p:spPr bwMode="auto">
          <a:xfrm>
            <a:off x="5838825" y="2490788"/>
            <a:ext cx="8382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i="0" kern="0">
              <a:solidFill>
                <a:sysClr val="windowText" lastClr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2" name="Oval 6">
            <a:extLst>
              <a:ext uri="{FF2B5EF4-FFF2-40B4-BE49-F238E27FC236}">
                <a16:creationId xmlns:a16="http://schemas.microsoft.com/office/drawing/2014/main" id="{53911C0B-84D4-48FA-4389-FB44D15E5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0225" y="2414588"/>
            <a:ext cx="152400" cy="152400"/>
          </a:xfrm>
          <a:prstGeom prst="ellipse">
            <a:avLst/>
          </a:prstGeom>
          <a:solidFill>
            <a:srgbClr val="BBE0E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200" i="0" kern="0">
              <a:solidFill>
                <a:sysClr val="windowText" lastClr="000000"/>
              </a:solidFill>
              <a:latin typeface="Arial" charset="0"/>
              <a:ea typeface="Gulim" charset="0"/>
              <a:cs typeface="Gulim" charset="0"/>
            </a:endParaRPr>
          </a:p>
        </p:txBody>
      </p:sp>
      <p:sp>
        <p:nvSpPr>
          <p:cNvPr id="43" name="Oval 7">
            <a:extLst>
              <a:ext uri="{FF2B5EF4-FFF2-40B4-BE49-F238E27FC236}">
                <a16:creationId xmlns:a16="http://schemas.microsoft.com/office/drawing/2014/main" id="{276ADF54-1F67-91C4-380E-CDB8BF48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3225" y="2414588"/>
            <a:ext cx="152400" cy="152400"/>
          </a:xfrm>
          <a:prstGeom prst="ellipse">
            <a:avLst/>
          </a:prstGeom>
          <a:solidFill>
            <a:srgbClr val="BBE0E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200" i="0" kern="0">
              <a:solidFill>
                <a:sysClr val="windowText" lastClr="000000"/>
              </a:solidFill>
              <a:latin typeface="Arial" charset="0"/>
              <a:ea typeface="Gulim" charset="0"/>
              <a:cs typeface="Gulim" charset="0"/>
            </a:endParaRPr>
          </a:p>
        </p:txBody>
      </p:sp>
      <p:sp>
        <p:nvSpPr>
          <p:cNvPr id="44" name="Oval 8">
            <a:extLst>
              <a:ext uri="{FF2B5EF4-FFF2-40B4-BE49-F238E27FC236}">
                <a16:creationId xmlns:a16="http://schemas.microsoft.com/office/drawing/2014/main" id="{3BA21399-ED3F-453F-05EF-A3D1F0621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6138" y="2414588"/>
            <a:ext cx="152400" cy="152400"/>
          </a:xfrm>
          <a:prstGeom prst="ellipse">
            <a:avLst/>
          </a:prstGeom>
          <a:solidFill>
            <a:srgbClr val="BBE0E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200" i="0" kern="0">
              <a:solidFill>
                <a:sysClr val="windowText" lastClr="000000"/>
              </a:solidFill>
              <a:latin typeface="Arial" charset="0"/>
              <a:ea typeface="Gulim" charset="0"/>
              <a:cs typeface="Gulim" charset="0"/>
            </a:endParaRPr>
          </a:p>
        </p:txBody>
      </p:sp>
      <p:sp>
        <p:nvSpPr>
          <p:cNvPr id="45" name="Line 9">
            <a:extLst>
              <a:ext uri="{FF2B5EF4-FFF2-40B4-BE49-F238E27FC236}">
                <a16:creationId xmlns:a16="http://schemas.microsoft.com/office/drawing/2014/main" id="{8B75F899-E71D-9C1F-ACC0-1E47D7D5ED88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6025" y="2490788"/>
            <a:ext cx="8382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i="0" kern="0">
              <a:solidFill>
                <a:sysClr val="windowText" lastClr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6" name="Oval 10">
            <a:extLst>
              <a:ext uri="{FF2B5EF4-FFF2-40B4-BE49-F238E27FC236}">
                <a16:creationId xmlns:a16="http://schemas.microsoft.com/office/drawing/2014/main" id="{AB3BBA1A-92FB-DC62-FECF-0A562F4DA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7425" y="2414588"/>
            <a:ext cx="152400" cy="152400"/>
          </a:xfrm>
          <a:prstGeom prst="ellipse">
            <a:avLst/>
          </a:prstGeom>
          <a:solidFill>
            <a:srgbClr val="BBE0E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200" i="0" kern="0">
              <a:solidFill>
                <a:sysClr val="windowText" lastClr="000000"/>
              </a:solidFill>
              <a:latin typeface="Arial" charset="0"/>
              <a:ea typeface="Gulim" charset="0"/>
              <a:cs typeface="Gulim" charset="0"/>
            </a:endParaRPr>
          </a:p>
        </p:txBody>
      </p:sp>
      <p:sp>
        <p:nvSpPr>
          <p:cNvPr id="117771" name="Text Box 11">
            <a:extLst>
              <a:ext uri="{FF2B5EF4-FFF2-40B4-BE49-F238E27FC236}">
                <a16:creationId xmlns:a16="http://schemas.microsoft.com/office/drawing/2014/main" id="{80B94A36-2BB3-0653-D955-B6931BC8C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6475" y="2185988"/>
            <a:ext cx="565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ko-KR" sz="2400">
                <a:latin typeface="Times New Roman" panose="02020603050405020304" pitchFamily="18" charset="0"/>
                <a:ea typeface="Gulim" panose="020B0600000101010101" pitchFamily="34" charset="-127"/>
              </a:rPr>
              <a:t>. . .</a:t>
            </a:r>
          </a:p>
        </p:txBody>
      </p:sp>
      <p:sp>
        <p:nvSpPr>
          <p:cNvPr id="117772" name="Text Box 12">
            <a:extLst>
              <a:ext uri="{FF2B5EF4-FFF2-40B4-BE49-F238E27FC236}">
                <a16:creationId xmlns:a16="http://schemas.microsoft.com/office/drawing/2014/main" id="{2332CDE2-1FAD-B523-03BF-92F178538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0" y="2590800"/>
            <a:ext cx="53975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ko-KR" sz="2200">
                <a:ea typeface="Gulim" panose="020B0600000101010101" pitchFamily="34" charset="-127"/>
              </a:rPr>
              <a:t>M</a:t>
            </a:r>
            <a:r>
              <a:rPr lang="en-US" altLang="ko-KR" sz="2200" baseline="-25000">
                <a:ea typeface="Gulim" panose="020B0600000101010101" pitchFamily="34" charset="-127"/>
              </a:rPr>
              <a:t>0</a:t>
            </a:r>
            <a:endParaRPr lang="en-US" altLang="ko-KR" sz="2200">
              <a:ea typeface="Gulim" panose="020B0600000101010101" pitchFamily="34" charset="-127"/>
            </a:endParaRPr>
          </a:p>
        </p:txBody>
      </p:sp>
      <p:sp>
        <p:nvSpPr>
          <p:cNvPr id="117773" name="Text Box 13">
            <a:extLst>
              <a:ext uri="{FF2B5EF4-FFF2-40B4-BE49-F238E27FC236}">
                <a16:creationId xmlns:a16="http://schemas.microsoft.com/office/drawing/2014/main" id="{17053DF1-D9B5-EE35-563C-D884A1361C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4375" y="2601913"/>
            <a:ext cx="53975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ko-KR" sz="2200">
                <a:ea typeface="Gulim" panose="020B0600000101010101" pitchFamily="34" charset="-127"/>
              </a:rPr>
              <a:t>M</a:t>
            </a:r>
            <a:r>
              <a:rPr lang="en-US" altLang="ko-KR" sz="2200" baseline="-25000">
                <a:ea typeface="Gulim" panose="020B0600000101010101" pitchFamily="34" charset="-127"/>
              </a:rPr>
              <a:t>1</a:t>
            </a:r>
            <a:endParaRPr lang="en-US" altLang="ko-KR" sz="2200">
              <a:ea typeface="Gulim" panose="020B0600000101010101" pitchFamily="34" charset="-127"/>
            </a:endParaRPr>
          </a:p>
        </p:txBody>
      </p:sp>
      <p:sp>
        <p:nvSpPr>
          <p:cNvPr id="117774" name="Text Box 14">
            <a:extLst>
              <a:ext uri="{FF2B5EF4-FFF2-40B4-BE49-F238E27FC236}">
                <a16:creationId xmlns:a16="http://schemas.microsoft.com/office/drawing/2014/main" id="{6942759F-903A-F1CA-DF96-9F75D7823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5788" y="2601913"/>
            <a:ext cx="53975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ko-KR" sz="2200">
                <a:ea typeface="Gulim" panose="020B0600000101010101" pitchFamily="34" charset="-127"/>
              </a:rPr>
              <a:t>M</a:t>
            </a:r>
            <a:r>
              <a:rPr lang="en-US" altLang="ko-KR" sz="2200" baseline="-25000">
                <a:ea typeface="Gulim" panose="020B0600000101010101" pitchFamily="34" charset="-127"/>
              </a:rPr>
              <a:t>2</a:t>
            </a:r>
            <a:endParaRPr lang="en-US" altLang="ko-KR" sz="2200">
              <a:ea typeface="Gulim" panose="020B0600000101010101" pitchFamily="34" charset="-127"/>
            </a:endParaRPr>
          </a:p>
        </p:txBody>
      </p:sp>
      <p:sp>
        <p:nvSpPr>
          <p:cNvPr id="117775" name="Text Box 15">
            <a:extLst>
              <a:ext uri="{FF2B5EF4-FFF2-40B4-BE49-F238E27FC236}">
                <a16:creationId xmlns:a16="http://schemas.microsoft.com/office/drawing/2014/main" id="{5952462F-D2C3-1D17-55C4-F5B580DF5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6238" y="2601913"/>
            <a:ext cx="6985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ko-KR" sz="2200">
                <a:ea typeface="Gulim" panose="020B0600000101010101" pitchFamily="34" charset="-127"/>
              </a:rPr>
              <a:t>M</a:t>
            </a:r>
            <a:r>
              <a:rPr lang="en-US" altLang="ko-KR" sz="2200" baseline="-25000">
                <a:ea typeface="Gulim" panose="020B0600000101010101" pitchFamily="34" charset="-127"/>
              </a:rPr>
              <a:t>k-1</a:t>
            </a:r>
            <a:endParaRPr lang="en-US" altLang="ko-KR" sz="2200">
              <a:ea typeface="Gulim" panose="020B0600000101010101" pitchFamily="34" charset="-127"/>
            </a:endParaRPr>
          </a:p>
        </p:txBody>
      </p:sp>
      <p:sp>
        <p:nvSpPr>
          <p:cNvPr id="117776" name="Text Box 16">
            <a:extLst>
              <a:ext uri="{FF2B5EF4-FFF2-40B4-BE49-F238E27FC236}">
                <a16:creationId xmlns:a16="http://schemas.microsoft.com/office/drawing/2014/main" id="{3A07C4CE-A3CD-7C8E-7167-AF358D2A9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5113" y="2601913"/>
            <a:ext cx="52863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ko-KR" sz="2200">
                <a:ea typeface="Gulim" panose="020B0600000101010101" pitchFamily="34" charset="-127"/>
              </a:rPr>
              <a:t>M</a:t>
            </a:r>
            <a:r>
              <a:rPr lang="en-US" altLang="ko-KR" sz="2200" baseline="-25000">
                <a:ea typeface="Gulim" panose="020B0600000101010101" pitchFamily="34" charset="-127"/>
              </a:rPr>
              <a:t>k</a:t>
            </a:r>
            <a:endParaRPr lang="en-US" altLang="ko-KR" sz="2200">
              <a:ea typeface="Gulim" panose="020B0600000101010101" pitchFamily="34" charset="-127"/>
            </a:endParaRPr>
          </a:p>
        </p:txBody>
      </p:sp>
      <p:sp>
        <p:nvSpPr>
          <p:cNvPr id="53" name="Text Box 17">
            <a:extLst>
              <a:ext uri="{FF2B5EF4-FFF2-40B4-BE49-F238E27FC236}">
                <a16:creationId xmlns:a16="http://schemas.microsoft.com/office/drawing/2014/main" id="{83B4E5DC-F66A-BEED-FA60-37C325EC65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901825"/>
            <a:ext cx="6223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ko-KR" sz="2200" i="0">
                <a:solidFill>
                  <a:srgbClr val="000000"/>
                </a:solidFill>
                <a:ea typeface="Gulim" panose="020B0600000101010101" pitchFamily="34" charset="-127"/>
              </a:rPr>
              <a:t>¬</a:t>
            </a:r>
            <a:r>
              <a:rPr lang="en-GB" altLang="en-US" sz="2200" i="0">
                <a:solidFill>
                  <a:srgbClr val="000000"/>
                </a:solidFill>
                <a:cs typeface="Arial" panose="020B0604020202020204" pitchFamily="34" charset="0"/>
                <a:sym typeface="Symbol" pitchFamily="2" charset="2"/>
              </a:rPr>
              <a:t></a:t>
            </a:r>
            <a:r>
              <a:rPr lang="en-US" altLang="ko-KR" sz="2200" i="0" baseline="-25000">
                <a:solidFill>
                  <a:srgbClr val="000000"/>
                </a:solidFill>
                <a:ea typeface="Gulim" panose="020B0600000101010101" pitchFamily="34" charset="-127"/>
              </a:rPr>
              <a:t>0</a:t>
            </a:r>
          </a:p>
        </p:txBody>
      </p:sp>
      <p:sp>
        <p:nvSpPr>
          <p:cNvPr id="117778" name="Text Box 18">
            <a:extLst>
              <a:ext uri="{FF2B5EF4-FFF2-40B4-BE49-F238E27FC236}">
                <a16:creationId xmlns:a16="http://schemas.microsoft.com/office/drawing/2014/main" id="{2D6D39F7-E6A4-486D-F71F-7F4DCA146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6425" y="1901825"/>
            <a:ext cx="6223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ko-KR" sz="2200">
                <a:ea typeface="Gulim" panose="020B0600000101010101" pitchFamily="34" charset="-127"/>
              </a:rPr>
              <a:t>¬</a:t>
            </a:r>
            <a:r>
              <a:rPr lang="en-US" altLang="ko-KR" sz="2200">
                <a:ea typeface="Gulim" panose="020B0600000101010101" pitchFamily="34" charset="-127"/>
                <a:sym typeface="Symbol" pitchFamily="2" charset="2"/>
              </a:rPr>
              <a:t></a:t>
            </a:r>
            <a:r>
              <a:rPr lang="en-US" altLang="ko-KR" sz="2200" baseline="-25000">
                <a:ea typeface="Gulim" panose="020B0600000101010101" pitchFamily="34" charset="-127"/>
              </a:rPr>
              <a:t>1</a:t>
            </a:r>
          </a:p>
        </p:txBody>
      </p:sp>
      <p:sp>
        <p:nvSpPr>
          <p:cNvPr id="117779" name="Text Box 19">
            <a:extLst>
              <a:ext uri="{FF2B5EF4-FFF2-40B4-BE49-F238E27FC236}">
                <a16:creationId xmlns:a16="http://schemas.microsoft.com/office/drawing/2014/main" id="{FE5BED9D-FC3C-A0A5-244B-5B622B3D0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8950" y="1906588"/>
            <a:ext cx="6223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ko-KR" sz="2200">
                <a:ea typeface="Gulim" panose="020B0600000101010101" pitchFamily="34" charset="-127"/>
              </a:rPr>
              <a:t>¬</a:t>
            </a:r>
            <a:r>
              <a:rPr lang="en-US" altLang="ko-KR" sz="2200">
                <a:ea typeface="Gulim" panose="020B0600000101010101" pitchFamily="34" charset="-127"/>
                <a:sym typeface="Symbol" pitchFamily="2" charset="2"/>
              </a:rPr>
              <a:t></a:t>
            </a:r>
            <a:r>
              <a:rPr lang="en-US" altLang="ko-KR" sz="2200" baseline="-25000">
                <a:ea typeface="Gulim" panose="020B0600000101010101" pitchFamily="34" charset="-127"/>
              </a:rPr>
              <a:t>2</a:t>
            </a:r>
          </a:p>
        </p:txBody>
      </p:sp>
      <p:sp>
        <p:nvSpPr>
          <p:cNvPr id="117780" name="Text Box 20">
            <a:extLst>
              <a:ext uri="{FF2B5EF4-FFF2-40B4-BE49-F238E27FC236}">
                <a16:creationId xmlns:a16="http://schemas.microsoft.com/office/drawing/2014/main" id="{E52A5EBB-AA94-9BF7-27A5-5E3736555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1901825"/>
            <a:ext cx="7810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ko-KR" sz="2200">
                <a:ea typeface="Gulim" panose="020B0600000101010101" pitchFamily="34" charset="-127"/>
              </a:rPr>
              <a:t>¬</a:t>
            </a:r>
            <a:r>
              <a:rPr lang="en-US" altLang="ko-KR" sz="2200">
                <a:ea typeface="Gulim" panose="020B0600000101010101" pitchFamily="34" charset="-127"/>
                <a:sym typeface="Symbol" pitchFamily="2" charset="2"/>
              </a:rPr>
              <a:t></a:t>
            </a:r>
            <a:r>
              <a:rPr lang="en-US" altLang="ko-KR" sz="2200" baseline="-25000">
                <a:ea typeface="Gulim" panose="020B0600000101010101" pitchFamily="34" charset="-127"/>
              </a:rPr>
              <a:t>k-1</a:t>
            </a:r>
            <a:endParaRPr lang="en-US" altLang="ko-KR" sz="2200">
              <a:ea typeface="Gulim" panose="020B0600000101010101" pitchFamily="34" charset="-127"/>
            </a:endParaRPr>
          </a:p>
          <a:p>
            <a:pPr eaLnBrk="1" hangingPunct="1"/>
            <a:endParaRPr lang="en-US" altLang="ko-KR" sz="2200">
              <a:ea typeface="Gulim" panose="020B0600000101010101" pitchFamily="34" charset="-127"/>
            </a:endParaRPr>
          </a:p>
        </p:txBody>
      </p:sp>
      <p:sp>
        <p:nvSpPr>
          <p:cNvPr id="117781" name="Text Box 21">
            <a:extLst>
              <a:ext uri="{FF2B5EF4-FFF2-40B4-BE49-F238E27FC236}">
                <a16:creationId xmlns:a16="http://schemas.microsoft.com/office/drawing/2014/main" id="{E64E184D-86D9-714E-0D02-D9520BD10D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1901825"/>
            <a:ext cx="61118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ko-KR" sz="2200">
                <a:ea typeface="Gulim" panose="020B0600000101010101" pitchFamily="34" charset="-127"/>
              </a:rPr>
              <a:t>¬</a:t>
            </a:r>
            <a:r>
              <a:rPr lang="en-US" altLang="ko-KR" sz="2200">
                <a:ea typeface="Gulim" panose="020B0600000101010101" pitchFamily="34" charset="-127"/>
                <a:sym typeface="Symbol" pitchFamily="2" charset="2"/>
              </a:rPr>
              <a:t></a:t>
            </a:r>
            <a:r>
              <a:rPr lang="en-US" altLang="ko-KR" sz="2200" baseline="-25000">
                <a:ea typeface="Gulim" panose="020B0600000101010101" pitchFamily="34" charset="-127"/>
              </a:rPr>
              <a:t>k</a:t>
            </a:r>
          </a:p>
        </p:txBody>
      </p:sp>
      <p:sp>
        <p:nvSpPr>
          <p:cNvPr id="58" name="모서리가 둥근 직사각형 25">
            <a:extLst>
              <a:ext uri="{FF2B5EF4-FFF2-40B4-BE49-F238E27FC236}">
                <a16:creationId xmlns:a16="http://schemas.microsoft.com/office/drawing/2014/main" id="{B206546D-57AF-2282-1D62-67D85B9150FF}"/>
              </a:ext>
            </a:extLst>
          </p:cNvPr>
          <p:cNvSpPr/>
          <p:nvPr/>
        </p:nvSpPr>
        <p:spPr>
          <a:xfrm>
            <a:off x="1905000" y="1782763"/>
            <a:ext cx="4267200" cy="1719262"/>
          </a:xfrm>
          <a:prstGeom prst="roundRect">
            <a:avLst/>
          </a:prstGeom>
          <a:noFill/>
          <a:ln w="25400" cap="flat" cmpd="sng" algn="ctr">
            <a:solidFill>
              <a:srgbClr val="333399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800" i="0" kern="0">
              <a:solidFill>
                <a:srgbClr val="FFFFFF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117783" name="TextBox 52">
            <a:extLst>
              <a:ext uri="{FF2B5EF4-FFF2-40B4-BE49-F238E27FC236}">
                <a16:creationId xmlns:a16="http://schemas.microsoft.com/office/drawing/2014/main" id="{F9F5AC1D-86E2-4515-0AC8-9347DA88F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5013" y="3074988"/>
            <a:ext cx="332898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ko-KR" sz="2200">
                <a:solidFill>
                  <a:srgbClr val="0000CC"/>
                </a:solidFill>
                <a:ea typeface="Gulim" panose="020B0600000101010101" pitchFamily="34" charset="-127"/>
              </a:rPr>
              <a:t>counterexample trace</a:t>
            </a:r>
            <a:endParaRPr lang="ko-KR" altLang="en-US" sz="2200">
              <a:solidFill>
                <a:srgbClr val="0000CC"/>
              </a:solidFill>
              <a:ea typeface="Gulim" panose="020B0600000101010101" pitchFamily="34" charset="-127"/>
            </a:endParaRPr>
          </a:p>
        </p:txBody>
      </p:sp>
      <p:sp>
        <p:nvSpPr>
          <p:cNvPr id="60" name="TextBox 47">
            <a:extLst>
              <a:ext uri="{FF2B5EF4-FFF2-40B4-BE49-F238E27FC236}">
                <a16:creationId xmlns:a16="http://schemas.microsoft.com/office/drawing/2014/main" id="{8477C87D-0878-5AC7-E4AA-26D780C88A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663" y="1938338"/>
            <a:ext cx="3524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200" i="0" kern="0">
                <a:solidFill>
                  <a:srgbClr val="000000"/>
                </a:solidFill>
                <a:sym typeface="Symbol" charset="0"/>
              </a:rPr>
              <a:t></a:t>
            </a:r>
            <a:endParaRPr lang="en-GB" sz="2200" i="0" kern="0">
              <a:solidFill>
                <a:srgbClr val="000000"/>
              </a:solidFill>
            </a:endParaRPr>
          </a:p>
        </p:txBody>
      </p:sp>
      <p:sp>
        <p:nvSpPr>
          <p:cNvPr id="61" name="TextBox 48">
            <a:extLst>
              <a:ext uri="{FF2B5EF4-FFF2-40B4-BE49-F238E27FC236}">
                <a16:creationId xmlns:a16="http://schemas.microsoft.com/office/drawing/2014/main" id="{6DF2255F-D9B8-379A-7375-2BD518E58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663" y="1949450"/>
            <a:ext cx="3524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200" i="0" kern="0">
                <a:solidFill>
                  <a:srgbClr val="000000"/>
                </a:solidFill>
                <a:sym typeface="Symbol" charset="0"/>
              </a:rPr>
              <a:t></a:t>
            </a:r>
            <a:endParaRPr lang="en-GB" sz="2200" i="0" kern="0">
              <a:solidFill>
                <a:srgbClr val="000000"/>
              </a:solidFill>
            </a:endParaRPr>
          </a:p>
        </p:txBody>
      </p:sp>
      <p:sp>
        <p:nvSpPr>
          <p:cNvPr id="62" name="TextBox 49">
            <a:extLst>
              <a:ext uri="{FF2B5EF4-FFF2-40B4-BE49-F238E27FC236}">
                <a16:creationId xmlns:a16="http://schemas.microsoft.com/office/drawing/2014/main" id="{93FB25B6-6CF3-F84D-AF69-B210AA811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2513" y="1960563"/>
            <a:ext cx="3524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200" i="0" kern="0">
                <a:solidFill>
                  <a:srgbClr val="000000"/>
                </a:solidFill>
                <a:sym typeface="Symbol" charset="0"/>
              </a:rPr>
              <a:t></a:t>
            </a:r>
            <a:endParaRPr lang="en-GB" sz="2200" i="0" kern="0">
              <a:solidFill>
                <a:srgbClr val="000000"/>
              </a:solidFill>
            </a:endParaRPr>
          </a:p>
        </p:txBody>
      </p:sp>
      <p:sp>
        <p:nvSpPr>
          <p:cNvPr id="63" name="TextBox 50">
            <a:extLst>
              <a:ext uri="{FF2B5EF4-FFF2-40B4-BE49-F238E27FC236}">
                <a16:creationId xmlns:a16="http://schemas.microsoft.com/office/drawing/2014/main" id="{75D417F5-F436-2E48-9EF5-069592244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0775" y="1931988"/>
            <a:ext cx="3524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200" i="0" kern="0">
                <a:solidFill>
                  <a:srgbClr val="000000"/>
                </a:solidFill>
                <a:sym typeface="Symbol" charset="0"/>
              </a:rPr>
              <a:t></a:t>
            </a:r>
            <a:endParaRPr lang="en-GB" sz="2200" i="0" kern="0">
              <a:solidFill>
                <a:srgbClr val="000000"/>
              </a:solidFill>
            </a:endParaRPr>
          </a:p>
        </p:txBody>
      </p:sp>
      <p:sp>
        <p:nvSpPr>
          <p:cNvPr id="64" name="TextBox 54">
            <a:extLst>
              <a:ext uri="{FF2B5EF4-FFF2-40B4-BE49-F238E27FC236}">
                <a16:creationId xmlns:a16="http://schemas.microsoft.com/office/drawing/2014/main" id="{CD31F7C1-A944-2A45-CBAE-0DE4EE8D0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2359025"/>
            <a:ext cx="1490662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200" kern="0">
                <a:solidFill>
                  <a:srgbClr val="0000CC"/>
                </a:solidFill>
              </a:rPr>
              <a:t>transition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200" kern="0">
                <a:solidFill>
                  <a:srgbClr val="0000CC"/>
                </a:solidFill>
              </a:rPr>
              <a:t>system</a:t>
            </a:r>
          </a:p>
        </p:txBody>
      </p:sp>
      <p:sp>
        <p:nvSpPr>
          <p:cNvPr id="65" name="TextBox 57">
            <a:extLst>
              <a:ext uri="{FF2B5EF4-FFF2-40B4-BE49-F238E27FC236}">
                <a16:creationId xmlns:a16="http://schemas.microsoft.com/office/drawing/2014/main" id="{2D55692F-067C-72DA-041B-8F070AAC7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1703388"/>
            <a:ext cx="121126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200" kern="0">
                <a:solidFill>
                  <a:srgbClr val="0000CC"/>
                </a:solidFill>
              </a:rPr>
              <a:t>property</a:t>
            </a:r>
          </a:p>
        </p:txBody>
      </p:sp>
      <p:sp>
        <p:nvSpPr>
          <p:cNvPr id="66" name="TextBox 61">
            <a:extLst>
              <a:ext uri="{FF2B5EF4-FFF2-40B4-BE49-F238E27FC236}">
                <a16:creationId xmlns:a16="http://schemas.microsoft.com/office/drawing/2014/main" id="{99F648D6-0E1D-544E-4D88-B5BEFBDE1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2922588"/>
            <a:ext cx="9620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200" kern="0">
                <a:solidFill>
                  <a:srgbClr val="0000CC"/>
                </a:solidFill>
              </a:rPr>
              <a:t>bound</a:t>
            </a:r>
          </a:p>
        </p:txBody>
      </p:sp>
      <p:sp>
        <p:nvSpPr>
          <p:cNvPr id="67" name="Line 43">
            <a:extLst>
              <a:ext uri="{FF2B5EF4-FFF2-40B4-BE49-F238E27FC236}">
                <a16:creationId xmlns:a16="http://schemas.microsoft.com/office/drawing/2014/main" id="{8F0BB83E-0D2E-C582-07E4-DDA10A7202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47800" y="2816225"/>
            <a:ext cx="6858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i="0" kern="0">
              <a:solidFill>
                <a:sysClr val="windowText" lastClr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8" name="Line 44">
            <a:extLst>
              <a:ext uri="{FF2B5EF4-FFF2-40B4-BE49-F238E27FC236}">
                <a16:creationId xmlns:a16="http://schemas.microsoft.com/office/drawing/2014/main" id="{1F4DBC51-1E6A-1355-3924-736DAC1023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86600" y="1978025"/>
            <a:ext cx="533400" cy="1524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i="0" kern="0">
              <a:solidFill>
                <a:sysClr val="windowText" lastClr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9" name="Line 45">
            <a:extLst>
              <a:ext uri="{FF2B5EF4-FFF2-40B4-BE49-F238E27FC236}">
                <a16:creationId xmlns:a16="http://schemas.microsoft.com/office/drawing/2014/main" id="{204D9259-981D-789A-24B3-2363F3FD2E6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086600" y="2968625"/>
            <a:ext cx="533400" cy="1524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i="0" kern="0">
              <a:solidFill>
                <a:sysClr val="windowText" lastClr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5F415801-725C-BCDE-38E1-327D892650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19063"/>
            <a:ext cx="8839200" cy="719137"/>
          </a:xfrm>
        </p:spPr>
        <p:txBody>
          <a:bodyPr/>
          <a:lstStyle/>
          <a:p>
            <a:pPr>
              <a:defRPr/>
            </a:pPr>
            <a:r>
              <a:rPr lang="en-GB" b="1" dirty="0">
                <a:solidFill>
                  <a:srgbClr val="000000"/>
                </a:solidFill>
                <a:cs typeface="Arial" charset="0"/>
              </a:rPr>
              <a:t>Satisfiability Modulo Theories (1)</a:t>
            </a:r>
          </a:p>
        </p:txBody>
      </p:sp>
      <p:sp>
        <p:nvSpPr>
          <p:cNvPr id="123906" name="Rectangle 3">
            <a:extLst>
              <a:ext uri="{FF2B5EF4-FFF2-40B4-BE49-F238E27FC236}">
                <a16:creationId xmlns:a16="http://schemas.microsoft.com/office/drawing/2014/main" id="{F3926B56-969E-70AE-0A80-E81E5F459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219200"/>
            <a:ext cx="87630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</a:pPr>
            <a:r>
              <a:rPr lang="en-GB" altLang="en-US" sz="2400" i="0">
                <a:cs typeface="Arial" panose="020B0604020202020204" pitchFamily="34" charset="0"/>
              </a:rPr>
              <a:t>	</a:t>
            </a:r>
            <a:r>
              <a:rPr lang="en-GB" altLang="en-US" sz="2600" i="0">
                <a:cs typeface="Arial" panose="020B0604020202020204" pitchFamily="34" charset="0"/>
              </a:rPr>
              <a:t>SMT decides the </a:t>
            </a:r>
            <a:r>
              <a:rPr lang="en-GB" altLang="en-US" sz="2600" b="1" i="0">
                <a:cs typeface="Arial" panose="020B0604020202020204" pitchFamily="34" charset="0"/>
              </a:rPr>
              <a:t>satisfiability</a:t>
            </a:r>
            <a:r>
              <a:rPr lang="en-GB" altLang="en-US" sz="2600" i="0">
                <a:cs typeface="Arial" panose="020B0604020202020204" pitchFamily="34" charset="0"/>
              </a:rPr>
              <a:t> of first-order logic formulae using the combination of different </a:t>
            </a:r>
            <a:r>
              <a:rPr lang="en-GB" altLang="en-US" sz="2600" b="1" i="0">
                <a:cs typeface="Arial" panose="020B0604020202020204" pitchFamily="34" charset="0"/>
              </a:rPr>
              <a:t>background theories </a:t>
            </a:r>
            <a:r>
              <a:rPr lang="en-GB" altLang="en-US" sz="2600" i="0">
                <a:cs typeface="Arial" panose="020B0604020202020204" pitchFamily="34" charset="0"/>
              </a:rPr>
              <a:t>(building-in operators)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GB" altLang="en-US" sz="2400" i="0">
              <a:cs typeface="Arial" panose="020B0604020202020204" pitchFamily="34" charset="0"/>
            </a:endParaRPr>
          </a:p>
        </p:txBody>
      </p:sp>
      <p:graphicFrame>
        <p:nvGraphicFramePr>
          <p:cNvPr id="9" name="Group 51">
            <a:extLst>
              <a:ext uri="{FF2B5EF4-FFF2-40B4-BE49-F238E27FC236}">
                <a16:creationId xmlns:a16="http://schemas.microsoft.com/office/drawing/2014/main" id="{D6C8D945-88ED-2210-C04A-BCA6528F0CEE}"/>
              </a:ext>
            </a:extLst>
          </p:cNvPr>
          <p:cNvGraphicFramePr>
            <a:graphicFrameLocks noGrp="1"/>
          </p:cNvGraphicFramePr>
          <p:nvPr/>
        </p:nvGraphicFramePr>
        <p:xfrm>
          <a:off x="749300" y="2743200"/>
          <a:ext cx="7620000" cy="3460750"/>
        </p:xfrm>
        <a:graphic>
          <a:graphicData uri="http://schemas.openxmlformats.org/drawingml/2006/table">
            <a:tbl>
              <a:tblPr/>
              <a:tblGrid>
                <a:gridCol w="2895600">
                  <a:extLst>
                    <a:ext uri="{9D8B030D-6E8A-4147-A177-3AD203B41FA5}">
                      <a16:colId xmlns:a16="http://schemas.microsoft.com/office/drawing/2014/main" val="3052181777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3728766766"/>
                    </a:ext>
                  </a:extLst>
                </a:gridCol>
              </a:tblGrid>
              <a:tr h="577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25000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Theory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25000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Example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16196"/>
                  </a:ext>
                </a:extLst>
              </a:tr>
              <a:tr h="574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25000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Equality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25000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x</a:t>
                      </a:r>
                      <a:r>
                        <a:rPr kumimoji="0" lang="en-GB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=x</a:t>
                      </a:r>
                      <a:r>
                        <a:rPr kumimoji="0" lang="en-GB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  <a:sym typeface="Symbol" pitchFamily="2" charset="2"/>
                        </a:rPr>
                        <a:t>  (x</a:t>
                      </a:r>
                      <a:r>
                        <a:rPr kumimoji="0" lang="en-GB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  <a:sym typeface="Symbol" pitchFamily="2" charset="2"/>
                        </a:rPr>
                        <a:t>1</a:t>
                      </a: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  <a:sym typeface="Symbol" pitchFamily="2" charset="2"/>
                        </a:rPr>
                        <a:t>=x</a:t>
                      </a:r>
                      <a:r>
                        <a:rPr kumimoji="0" lang="en-GB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  <a:sym typeface="Symbol" pitchFamily="2" charset="2"/>
                        </a:rPr>
                        <a:t>3</a:t>
                      </a: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  <a:sym typeface="Symbol" pitchFamily="2" charset="2"/>
                        </a:rPr>
                        <a:t>)  (x</a:t>
                      </a:r>
                      <a:r>
                        <a:rPr kumimoji="0" lang="en-GB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  <a:sym typeface="Symbol" pitchFamily="2" charset="2"/>
                        </a:rPr>
                        <a:t>1</a:t>
                      </a: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  <a:sym typeface="Symbol" pitchFamily="2" charset="2"/>
                        </a:rPr>
                        <a:t>=x</a:t>
                      </a:r>
                      <a:r>
                        <a:rPr kumimoji="0" lang="en-GB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  <a:sym typeface="Symbol" pitchFamily="2" charset="2"/>
                        </a:rPr>
                        <a:t>3</a:t>
                      </a: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  <a:sym typeface="Symbol" pitchFamily="2" charset="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652179"/>
                  </a:ext>
                </a:extLst>
              </a:tr>
              <a:tr h="577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25000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Bit-vectors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25000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(b &gt;&gt; i) &amp; 1 =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671513"/>
                  </a:ext>
                </a:extLst>
              </a:tr>
              <a:tr h="577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25000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Linear arithmetic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25000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(4y</a:t>
                      </a:r>
                      <a:r>
                        <a:rPr kumimoji="0" lang="en-GB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 + 3y</a:t>
                      </a:r>
                      <a:r>
                        <a:rPr kumimoji="0" lang="en-GB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  <a:sym typeface="Symbol" pitchFamily="2" charset="2"/>
                        </a:rPr>
                        <a:t> 4</a:t>
                      </a: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) </a:t>
                      </a: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  <a:sym typeface="Symbol" pitchFamily="2" charset="2"/>
                        </a:rPr>
                        <a:t> (y</a:t>
                      </a:r>
                      <a:r>
                        <a:rPr kumimoji="0" lang="en-GB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  <a:sym typeface="Symbol" pitchFamily="2" charset="2"/>
                        </a:rPr>
                        <a:t>2</a:t>
                      </a: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  <a:sym typeface="Symbol" pitchFamily="2" charset="2"/>
                        </a:rPr>
                        <a:t> – 3y</a:t>
                      </a:r>
                      <a:r>
                        <a:rPr kumimoji="0" lang="en-GB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  <a:sym typeface="Symbol" pitchFamily="2" charset="2"/>
                        </a:rPr>
                        <a:t>3</a:t>
                      </a: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  <a:sym typeface="Symbol" pitchFamily="2" charset="2"/>
                        </a:rPr>
                        <a:t>  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804258"/>
                  </a:ext>
                </a:extLst>
              </a:tr>
              <a:tr h="577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25000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Arrays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25000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(j = k </a:t>
                      </a: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  <a:sym typeface="Symbol" pitchFamily="2" charset="2"/>
                        </a:rPr>
                        <a:t></a:t>
                      </a: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 a[k]=2) </a:t>
                      </a: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  <a:sym typeface="Symbol" pitchFamily="2" charset="2"/>
                        </a:rPr>
                        <a:t> a[j]=2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2646562"/>
                  </a:ext>
                </a:extLst>
              </a:tr>
              <a:tr h="574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25000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Combined theories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25000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(j </a:t>
                      </a: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  <a:sym typeface="Symbol" pitchFamily="2" charset="2"/>
                        </a:rPr>
                        <a:t> k  a[j]=2</a:t>
                      </a: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) </a:t>
                      </a: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  <a:sym typeface="Symbol" pitchFamily="2" charset="2"/>
                        </a:rPr>
                        <a:t> a[i] &lt; </a:t>
                      </a: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3</a:t>
                      </a:r>
                      <a:endParaRPr kumimoji="0" lang="en-GB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  <a:sym typeface="Symbol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52793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A5856074-2996-59DA-348C-BFCE0C7E69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19063"/>
            <a:ext cx="8839200" cy="719137"/>
          </a:xfrm>
        </p:spPr>
        <p:txBody>
          <a:bodyPr/>
          <a:lstStyle/>
          <a:p>
            <a:pPr>
              <a:defRPr/>
            </a:pPr>
            <a:r>
              <a:rPr lang="en-GB" b="1" dirty="0">
                <a:solidFill>
                  <a:srgbClr val="000000"/>
                </a:solidFill>
                <a:cs typeface="Arial" charset="0"/>
              </a:rPr>
              <a:t>Satisfiability Modulo Theories (2)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46E1F8B-9F40-4F6F-30EC-ABA1AB8CE1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990600"/>
            <a:ext cx="87630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2075" tIns="46038" rIns="92075" bIns="46038"/>
          <a:lstStyle>
            <a:lvl1pPr marL="342900" indent="-3429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400"/>
              </a:spcAft>
              <a:buSzPct val="125000"/>
              <a:buFontTx/>
              <a:buChar char="•"/>
            </a:pPr>
            <a:r>
              <a:rPr lang="en-GB" altLang="en-US" sz="2800" i="0">
                <a:cs typeface="Arial" panose="020B0604020202020204" pitchFamily="34" charset="0"/>
              </a:rPr>
              <a:t>Given</a:t>
            </a:r>
          </a:p>
          <a:p>
            <a:pPr lvl="1" eaLnBrk="1" hangingPunct="1">
              <a:spcBef>
                <a:spcPts val="400"/>
              </a:spcBef>
              <a:spcAft>
                <a:spcPts val="400"/>
              </a:spcAft>
              <a:buFont typeface="Wingdings" pitchFamily="2" charset="2"/>
              <a:buChar char="§"/>
            </a:pPr>
            <a:r>
              <a:rPr lang="en-GB" altLang="en-US" sz="2200" i="0">
                <a:cs typeface="Arial" panose="020B0604020202020204" pitchFamily="34" charset="0"/>
              </a:rPr>
              <a:t>a decidable </a:t>
            </a:r>
            <a:r>
              <a:rPr lang="en-GB" altLang="en-US" sz="2200" i="0">
                <a:cs typeface="Arial" panose="020B0604020202020204" pitchFamily="34" charset="0"/>
                <a:sym typeface="Symbol" pitchFamily="2" charset="2"/>
              </a:rPr>
              <a:t>-</a:t>
            </a:r>
            <a:r>
              <a:rPr lang="en-GB" altLang="en-US" sz="2200" i="0">
                <a:cs typeface="Arial" panose="020B0604020202020204" pitchFamily="34" charset="0"/>
              </a:rPr>
              <a:t>theory T</a:t>
            </a:r>
          </a:p>
          <a:p>
            <a:pPr lvl="1" eaLnBrk="1" hangingPunct="1">
              <a:spcBef>
                <a:spcPts val="400"/>
              </a:spcBef>
              <a:spcAft>
                <a:spcPts val="400"/>
              </a:spcAft>
              <a:buFont typeface="Wingdings" pitchFamily="2" charset="2"/>
              <a:buChar char="§"/>
            </a:pPr>
            <a:r>
              <a:rPr lang="en-GB" altLang="en-US" sz="2200" i="0">
                <a:cs typeface="Arial" panose="020B0604020202020204" pitchFamily="34" charset="0"/>
              </a:rPr>
              <a:t>a quantifier-free formula </a:t>
            </a:r>
            <a:r>
              <a:rPr lang="en-GB" altLang="en-US" sz="2200" i="0">
                <a:cs typeface="Arial" panose="020B0604020202020204" pitchFamily="34" charset="0"/>
                <a:sym typeface="Symbol" pitchFamily="2" charset="2"/>
              </a:rPr>
              <a:t></a:t>
            </a:r>
            <a:endParaRPr lang="en-GB" altLang="en-US" sz="2200" i="0">
              <a:cs typeface="Arial" panose="020B0604020202020204" pitchFamily="34" charset="0"/>
            </a:endParaRPr>
          </a:p>
          <a:p>
            <a:pPr eaLnBrk="1" hangingPunct="1">
              <a:spcBef>
                <a:spcPts val="400"/>
              </a:spcBef>
              <a:spcAft>
                <a:spcPts val="400"/>
              </a:spcAft>
              <a:buSzPct val="125000"/>
            </a:pPr>
            <a:r>
              <a:rPr lang="en-GB" altLang="en-US" sz="2400" i="0">
                <a:cs typeface="Arial" panose="020B0604020202020204" pitchFamily="34" charset="0"/>
              </a:rPr>
              <a:t>	</a:t>
            </a:r>
            <a:r>
              <a:rPr lang="en-GB" altLang="en-US" sz="2400" b="1" i="0">
                <a:cs typeface="Arial" panose="020B0604020202020204" pitchFamily="34" charset="0"/>
                <a:sym typeface="Symbol" pitchFamily="2" charset="2"/>
              </a:rPr>
              <a:t> </a:t>
            </a:r>
            <a:r>
              <a:rPr lang="en-GB" altLang="en-US" sz="2400" b="1" i="0">
                <a:cs typeface="Arial" panose="020B0604020202020204" pitchFamily="34" charset="0"/>
              </a:rPr>
              <a:t>is T-satisfiable</a:t>
            </a:r>
            <a:r>
              <a:rPr lang="en-GB" altLang="en-US" sz="2400" i="0">
                <a:cs typeface="Arial" panose="020B0604020202020204" pitchFamily="34" charset="0"/>
              </a:rPr>
              <a:t> iff T </a:t>
            </a:r>
            <a:r>
              <a:rPr lang="en-GB" altLang="en-US" sz="2400" i="0">
                <a:cs typeface="Arial" panose="020B0604020202020204" pitchFamily="34" charset="0"/>
                <a:sym typeface="Symbol" pitchFamily="2" charset="2"/>
              </a:rPr>
              <a:t> </a:t>
            </a:r>
            <a:r>
              <a:rPr lang="en-GB" altLang="en-US" sz="2400" i="0">
                <a:cs typeface="Arial" panose="020B0604020202020204" pitchFamily="34" charset="0"/>
              </a:rPr>
              <a:t>{</a:t>
            </a:r>
            <a:r>
              <a:rPr lang="en-GB" altLang="en-US" sz="2400" i="0">
                <a:cs typeface="Arial" panose="020B0604020202020204" pitchFamily="34" charset="0"/>
                <a:sym typeface="Symbol" pitchFamily="2" charset="2"/>
              </a:rPr>
              <a:t></a:t>
            </a:r>
            <a:r>
              <a:rPr lang="en-GB" altLang="en-US" sz="2400" i="0">
                <a:cs typeface="Arial" panose="020B0604020202020204" pitchFamily="34" charset="0"/>
              </a:rPr>
              <a:t>} is satisfiable, i.e., there exists a structure that satisfies both formula and sentences of T</a:t>
            </a:r>
          </a:p>
          <a:p>
            <a:pPr eaLnBrk="1" hangingPunct="1">
              <a:spcBef>
                <a:spcPts val="400"/>
              </a:spcBef>
              <a:spcAft>
                <a:spcPts val="400"/>
              </a:spcAft>
              <a:buSzPct val="125000"/>
              <a:buFontTx/>
              <a:buChar char="•"/>
            </a:pPr>
            <a:r>
              <a:rPr lang="en-GB" altLang="en-US" sz="2800" i="0">
                <a:cs typeface="Arial" panose="020B0604020202020204" pitchFamily="34" charset="0"/>
              </a:rPr>
              <a:t>Given</a:t>
            </a:r>
          </a:p>
          <a:p>
            <a:pPr lvl="1" eaLnBrk="1" hangingPunct="1">
              <a:spcBef>
                <a:spcPts val="400"/>
              </a:spcBef>
              <a:spcAft>
                <a:spcPts val="400"/>
              </a:spcAft>
              <a:buFont typeface="Wingdings" pitchFamily="2" charset="2"/>
              <a:buChar char="§"/>
            </a:pPr>
            <a:r>
              <a:rPr lang="en-GB" altLang="en-US" sz="2200" i="0">
                <a:cs typeface="Arial" panose="020B0604020202020204" pitchFamily="34" charset="0"/>
              </a:rPr>
              <a:t>a set </a:t>
            </a:r>
            <a:r>
              <a:rPr lang="en-GB" altLang="en-US" sz="2200" i="0">
                <a:cs typeface="Arial" panose="020B0604020202020204" pitchFamily="34" charset="0"/>
                <a:sym typeface="Symbol" pitchFamily="2" charset="2"/>
              </a:rPr>
              <a:t></a:t>
            </a:r>
            <a:r>
              <a:rPr lang="en-GB" altLang="en-US" sz="2200" i="0">
                <a:cs typeface="Arial" panose="020B0604020202020204" pitchFamily="34" charset="0"/>
              </a:rPr>
              <a:t> </a:t>
            </a:r>
            <a:r>
              <a:rPr lang="en-GB" altLang="en-US" sz="2200" i="0">
                <a:cs typeface="Arial" panose="020B0604020202020204" pitchFamily="34" charset="0"/>
                <a:sym typeface="Symbol" pitchFamily="2" charset="2"/>
              </a:rPr>
              <a:t> </a:t>
            </a:r>
            <a:r>
              <a:rPr lang="en-GB" altLang="en-US" sz="2200" i="0">
                <a:cs typeface="Arial" panose="020B0604020202020204" pitchFamily="34" charset="0"/>
              </a:rPr>
              <a:t>{</a:t>
            </a:r>
            <a:r>
              <a:rPr lang="en-GB" altLang="en-US" sz="2200" i="0">
                <a:cs typeface="Arial" panose="020B0604020202020204" pitchFamily="34" charset="0"/>
                <a:sym typeface="Symbol" pitchFamily="2" charset="2"/>
              </a:rPr>
              <a:t></a:t>
            </a:r>
            <a:r>
              <a:rPr lang="en-GB" altLang="en-US" sz="2200" i="0">
                <a:cs typeface="Arial" panose="020B0604020202020204" pitchFamily="34" charset="0"/>
              </a:rPr>
              <a:t>} of first-order formulae over T</a:t>
            </a:r>
          </a:p>
          <a:p>
            <a:pPr eaLnBrk="1" hangingPunct="1">
              <a:spcBef>
                <a:spcPts val="400"/>
              </a:spcBef>
              <a:spcAft>
                <a:spcPts val="400"/>
              </a:spcAft>
              <a:buSzPct val="125000"/>
            </a:pPr>
            <a:r>
              <a:rPr lang="en-GB" altLang="en-US" sz="2400" i="0">
                <a:cs typeface="Arial" panose="020B0604020202020204" pitchFamily="34" charset="0"/>
              </a:rPr>
              <a:t>	</a:t>
            </a:r>
            <a:r>
              <a:rPr lang="en-GB" altLang="en-US" sz="2400" b="1" i="0">
                <a:cs typeface="Arial" panose="020B0604020202020204" pitchFamily="34" charset="0"/>
                <a:sym typeface="Symbol" pitchFamily="2" charset="2"/>
              </a:rPr>
              <a:t></a:t>
            </a:r>
            <a:r>
              <a:rPr lang="en-GB" altLang="en-US" sz="2400" b="1" i="0">
                <a:cs typeface="Arial" panose="020B0604020202020204" pitchFamily="34" charset="0"/>
              </a:rPr>
              <a:t> is a T-consequence of </a:t>
            </a:r>
            <a:r>
              <a:rPr lang="en-GB" altLang="en-US" sz="2400" b="1" i="0">
                <a:cs typeface="Arial" panose="020B0604020202020204" pitchFamily="34" charset="0"/>
                <a:sym typeface="Symbol" pitchFamily="2" charset="2"/>
              </a:rPr>
              <a:t></a:t>
            </a:r>
            <a:r>
              <a:rPr lang="en-GB" altLang="en-US" sz="2400" i="0">
                <a:cs typeface="Arial" panose="020B0604020202020204" pitchFamily="34" charset="0"/>
              </a:rPr>
              <a:t> (</a:t>
            </a:r>
            <a:r>
              <a:rPr lang="en-GB" altLang="en-US" sz="2400" i="0">
                <a:cs typeface="Arial" panose="020B0604020202020204" pitchFamily="34" charset="0"/>
                <a:sym typeface="Symbol" pitchFamily="2" charset="2"/>
              </a:rPr>
              <a:t></a:t>
            </a:r>
            <a:r>
              <a:rPr lang="en-GB" altLang="en-US" sz="2400" b="1" i="0">
                <a:cs typeface="Arial" panose="020B0604020202020204" pitchFamily="34" charset="0"/>
              </a:rPr>
              <a:t> </a:t>
            </a:r>
            <a:r>
              <a:rPr lang="en-GB" altLang="en-US" sz="2400" b="1" i="0">
                <a:latin typeface="Arial Unicode MS" panose="020B0604020202020204" pitchFamily="34" charset="-128"/>
              </a:rPr>
              <a:t>⊧</a:t>
            </a:r>
            <a:r>
              <a:rPr lang="en-US" altLang="ko-KR" sz="2400" i="0" baseline="-25000">
                <a:ea typeface="Gulim" panose="020B0600000101010101" pitchFamily="34" charset="-127"/>
              </a:rPr>
              <a:t>T</a:t>
            </a:r>
            <a:r>
              <a:rPr lang="en-GB" altLang="en-US" sz="2400" b="1" i="0">
                <a:latin typeface="Arial Unicode MS" panose="020B0604020202020204" pitchFamily="34" charset="-128"/>
              </a:rPr>
              <a:t> </a:t>
            </a:r>
            <a:r>
              <a:rPr lang="en-GB" altLang="en-US" sz="2400" i="0">
                <a:cs typeface="Arial" panose="020B0604020202020204" pitchFamily="34" charset="0"/>
                <a:sym typeface="Symbol" pitchFamily="2" charset="2"/>
              </a:rPr>
              <a:t></a:t>
            </a:r>
            <a:r>
              <a:rPr lang="en-GB" altLang="en-US" sz="2400" i="0">
                <a:cs typeface="Arial" panose="020B0604020202020204" pitchFamily="34" charset="0"/>
              </a:rPr>
              <a:t>) iff every model of T </a:t>
            </a:r>
            <a:r>
              <a:rPr lang="en-GB" altLang="en-US" sz="2400" i="0">
                <a:cs typeface="Arial" panose="020B0604020202020204" pitchFamily="34" charset="0"/>
                <a:sym typeface="Symbol" pitchFamily="2" charset="2"/>
              </a:rPr>
              <a:t>   </a:t>
            </a:r>
            <a:r>
              <a:rPr lang="en-GB" altLang="en-US" sz="2400" i="0">
                <a:cs typeface="Arial" panose="020B0604020202020204" pitchFamily="34" charset="0"/>
              </a:rPr>
              <a:t>is also a model of </a:t>
            </a:r>
            <a:r>
              <a:rPr lang="en-GB" altLang="en-US" sz="2400" i="0">
                <a:cs typeface="Arial" panose="020B0604020202020204" pitchFamily="34" charset="0"/>
                <a:sym typeface="Symbol" pitchFamily="2" charset="2"/>
              </a:rPr>
              <a:t></a:t>
            </a:r>
          </a:p>
          <a:p>
            <a:pPr eaLnBrk="1" hangingPunct="1">
              <a:spcBef>
                <a:spcPts val="400"/>
              </a:spcBef>
              <a:spcAft>
                <a:spcPts val="400"/>
              </a:spcAft>
              <a:buSzPct val="125000"/>
              <a:buFontTx/>
              <a:buChar char="•"/>
            </a:pPr>
            <a:r>
              <a:rPr lang="en-GB" altLang="en-US" sz="2800" i="0">
                <a:cs typeface="Arial" panose="020B0604020202020204" pitchFamily="34" charset="0"/>
                <a:sym typeface="Symbol" pitchFamily="2" charset="2"/>
              </a:rPr>
              <a:t>Checking </a:t>
            </a:r>
            <a:r>
              <a:rPr lang="en-GB" altLang="en-US" sz="2800" b="1" i="0">
                <a:cs typeface="Arial" panose="020B0604020202020204" pitchFamily="34" charset="0"/>
              </a:rPr>
              <a:t> </a:t>
            </a:r>
            <a:r>
              <a:rPr lang="en-GB" altLang="en-US" sz="2800" b="1" i="0">
                <a:latin typeface="Arial Unicode MS" panose="020B0604020202020204" pitchFamily="34" charset="-128"/>
              </a:rPr>
              <a:t>⊧</a:t>
            </a:r>
            <a:r>
              <a:rPr lang="en-US" altLang="ko-KR" sz="2800" i="0" baseline="-25000">
                <a:ea typeface="Gulim" panose="020B0600000101010101" pitchFamily="34" charset="-127"/>
              </a:rPr>
              <a:t>T</a:t>
            </a:r>
            <a:r>
              <a:rPr lang="en-GB" altLang="en-US" sz="2800" b="1" i="0">
                <a:latin typeface="Arial Unicode MS" panose="020B0604020202020204" pitchFamily="34" charset="-128"/>
              </a:rPr>
              <a:t> </a:t>
            </a:r>
            <a:r>
              <a:rPr lang="en-GB" altLang="en-US" sz="2800" i="0">
                <a:cs typeface="Arial" panose="020B0604020202020204" pitchFamily="34" charset="0"/>
                <a:sym typeface="Symbol" pitchFamily="2" charset="2"/>
              </a:rPr>
              <a:t> can be reduced in the usual way to checking the T-satisfiability of </a:t>
            </a:r>
            <a:r>
              <a:rPr lang="en-GB" altLang="en-US" sz="2800" i="0">
                <a:cs typeface="Arial" panose="020B0604020202020204" pitchFamily="34" charset="0"/>
              </a:rPr>
              <a:t> </a:t>
            </a:r>
            <a:r>
              <a:rPr lang="en-GB" altLang="en-US" sz="2800" i="0">
                <a:cs typeface="Arial" panose="020B0604020202020204" pitchFamily="34" charset="0"/>
                <a:sym typeface="Symbol" pitchFamily="2" charset="2"/>
              </a:rPr>
              <a:t> {¬}</a:t>
            </a:r>
          </a:p>
          <a:p>
            <a:pPr eaLnBrk="1" hangingPunct="1">
              <a:spcBef>
                <a:spcPts val="400"/>
              </a:spcBef>
              <a:spcAft>
                <a:spcPts val="400"/>
              </a:spcAft>
              <a:buSzPct val="125000"/>
            </a:pPr>
            <a:endParaRPr lang="en-GB" altLang="en-US" sz="2400" i="0"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11B60A21-82A9-4C28-3AE1-D59E85FA79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19063"/>
            <a:ext cx="8839200" cy="719137"/>
          </a:xfrm>
        </p:spPr>
        <p:txBody>
          <a:bodyPr/>
          <a:lstStyle/>
          <a:p>
            <a:pPr>
              <a:defRPr/>
            </a:pPr>
            <a:r>
              <a:rPr lang="en-GB" b="1" dirty="0">
                <a:solidFill>
                  <a:srgbClr val="000000"/>
                </a:solidFill>
                <a:cs typeface="Arial" charset="0"/>
              </a:rPr>
              <a:t>Satisfiability Modulo Theories (3)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1C5621D4-E6C3-885E-B7D7-532B0F8F0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990600"/>
            <a:ext cx="87630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FontTx/>
              <a:buChar char="•"/>
            </a:pPr>
            <a:r>
              <a:rPr lang="en-GB" altLang="en-US" sz="2400" i="0">
                <a:cs typeface="Arial" panose="020B0604020202020204" pitchFamily="34" charset="0"/>
              </a:rPr>
              <a:t>let </a:t>
            </a:r>
            <a:r>
              <a:rPr lang="en-GB" altLang="en-US" sz="2400" b="1" i="0">
                <a:cs typeface="Arial" panose="020B0604020202020204" pitchFamily="34" charset="0"/>
              </a:rPr>
              <a:t>a</a:t>
            </a:r>
            <a:r>
              <a:rPr lang="en-GB" altLang="en-US" sz="2400" i="0">
                <a:cs typeface="Arial" panose="020B0604020202020204" pitchFamily="34" charset="0"/>
              </a:rPr>
              <a:t> be an array, </a:t>
            </a:r>
            <a:r>
              <a:rPr lang="en-GB" altLang="en-US" sz="2400" b="1" i="0">
                <a:cs typeface="Arial" panose="020B0604020202020204" pitchFamily="34" charset="0"/>
              </a:rPr>
              <a:t>b</a:t>
            </a:r>
            <a:r>
              <a:rPr lang="en-GB" altLang="en-US" sz="2400" i="0">
                <a:cs typeface="Arial" panose="020B0604020202020204" pitchFamily="34" charset="0"/>
              </a:rPr>
              <a:t>, </a:t>
            </a:r>
            <a:r>
              <a:rPr lang="en-GB" altLang="en-US" sz="2400" b="1" i="0">
                <a:cs typeface="Arial" panose="020B0604020202020204" pitchFamily="34" charset="0"/>
              </a:rPr>
              <a:t>c </a:t>
            </a:r>
            <a:r>
              <a:rPr lang="en-GB" altLang="en-US" sz="2400" i="0">
                <a:cs typeface="Arial" panose="020B0604020202020204" pitchFamily="34" charset="0"/>
              </a:rPr>
              <a:t>and</a:t>
            </a:r>
            <a:r>
              <a:rPr lang="en-GB" altLang="en-US" sz="2400" b="1" i="0">
                <a:cs typeface="Arial" panose="020B0604020202020204" pitchFamily="34" charset="0"/>
              </a:rPr>
              <a:t> d</a:t>
            </a:r>
            <a:r>
              <a:rPr lang="en-GB" altLang="en-US" sz="2400" i="0">
                <a:cs typeface="Arial" panose="020B0604020202020204" pitchFamily="34" charset="0"/>
              </a:rPr>
              <a:t> be signed bit-vectors of width 16, 32 and 32 respectively, and let </a:t>
            </a:r>
            <a:r>
              <a:rPr lang="en-GB" altLang="en-US" sz="2400" b="1" i="0">
                <a:cs typeface="Arial" panose="020B0604020202020204" pitchFamily="34" charset="0"/>
              </a:rPr>
              <a:t>g</a:t>
            </a:r>
            <a:r>
              <a:rPr lang="en-GB" altLang="en-US" sz="2400" i="0">
                <a:cs typeface="Arial" panose="020B0604020202020204" pitchFamily="34" charset="0"/>
              </a:rPr>
              <a:t> be an unary function.</a:t>
            </a:r>
          </a:p>
          <a:p>
            <a:pPr eaLnBrk="1" hangingPunct="1"/>
            <a:endParaRPr lang="en-GB" altLang="en-US" sz="2400" i="0">
              <a:cs typeface="Arial" panose="020B0604020202020204" pitchFamily="34" charset="0"/>
            </a:endParaRPr>
          </a:p>
          <a:p>
            <a:pPr eaLnBrk="1" hangingPunct="1"/>
            <a:endParaRPr lang="en-GB" altLang="en-US" sz="2400" i="0">
              <a:cs typeface="Arial" panose="020B0604020202020204" pitchFamily="34" charset="0"/>
            </a:endParaRPr>
          </a:p>
          <a:p>
            <a:pPr eaLnBrk="1" hangingPunct="1">
              <a:spcBef>
                <a:spcPct val="40000"/>
              </a:spcBef>
            </a:pPr>
            <a:endParaRPr lang="en-GB" altLang="en-US" sz="2400" i="0">
              <a:cs typeface="Arial" panose="020B0604020202020204" pitchFamily="34" charset="0"/>
            </a:endParaRPr>
          </a:p>
          <a:p>
            <a:pPr eaLnBrk="1" hangingPunct="1">
              <a:spcBef>
                <a:spcPct val="40000"/>
              </a:spcBef>
            </a:pPr>
            <a:endParaRPr lang="en-GB" altLang="en-US" sz="2400" i="0">
              <a:cs typeface="Arial" panose="020B0604020202020204" pitchFamily="34" charset="0"/>
            </a:endParaRPr>
          </a:p>
          <a:p>
            <a:pPr eaLnBrk="1" hangingPunct="1">
              <a:spcBef>
                <a:spcPct val="40000"/>
              </a:spcBef>
            </a:pPr>
            <a:endParaRPr lang="en-GB" altLang="en-US" sz="2400" i="0">
              <a:cs typeface="Arial" panose="020B0604020202020204" pitchFamily="34" charset="0"/>
            </a:endParaRPr>
          </a:p>
          <a:p>
            <a:pPr eaLnBrk="1" hangingPunct="1">
              <a:spcBef>
                <a:spcPct val="40000"/>
              </a:spcBef>
            </a:pPr>
            <a:endParaRPr lang="en-GB" altLang="en-US" sz="2400" i="0">
              <a:cs typeface="Arial" panose="020B0604020202020204" pitchFamily="34" charset="0"/>
            </a:endParaRPr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CA3780D5-12B6-702C-66CC-74E5B76BAF50}"/>
              </a:ext>
            </a:extLst>
          </p:cNvPr>
          <p:cNvSpPr/>
          <p:nvPr/>
        </p:nvSpPr>
        <p:spPr>
          <a:xfrm>
            <a:off x="762000" y="2938463"/>
            <a:ext cx="228600" cy="304800"/>
          </a:xfrm>
          <a:prstGeom prst="downArrow">
            <a:avLst/>
          </a:prstGeom>
          <a:solidFill>
            <a:srgbClr val="BBE0E3"/>
          </a:solidFill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0" i="0" kern="0">
              <a:solidFill>
                <a:srgbClr val="FFFFFF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549880-86D9-9545-3FB5-87D2EEFEC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886075"/>
            <a:ext cx="69119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b="1" i="0" kern="0" dirty="0">
                <a:solidFill>
                  <a:srgbClr val="0000FF"/>
                </a:solidFill>
                <a:latin typeface="Arial" charset="0"/>
                <a:ea typeface="ＭＳ Ｐゴシック" charset="0"/>
                <a:cs typeface="ＭＳ Ｐゴシック" charset="0"/>
              </a:rPr>
              <a:t>b'</a:t>
            </a:r>
            <a:r>
              <a:rPr lang="en-GB" i="0" kern="0" dirty="0">
                <a:solidFill>
                  <a:srgbClr val="0000FF"/>
                </a:solidFill>
                <a:latin typeface="Arial" charset="0"/>
                <a:ea typeface="ＭＳ Ｐゴシック" charset="0"/>
                <a:cs typeface="ＭＳ Ｐゴシック" charset="0"/>
              </a:rPr>
              <a:t> extends </a:t>
            </a:r>
            <a:r>
              <a:rPr lang="en-GB" b="1" i="0" kern="0" dirty="0">
                <a:solidFill>
                  <a:srgbClr val="0000FF"/>
                </a:solidFill>
                <a:latin typeface="Arial" charset="0"/>
                <a:ea typeface="ＭＳ Ｐゴシック" charset="0"/>
                <a:cs typeface="ＭＳ Ｐゴシック" charset="0"/>
              </a:rPr>
              <a:t>b</a:t>
            </a:r>
            <a:r>
              <a:rPr lang="en-GB" i="0" kern="0" dirty="0">
                <a:solidFill>
                  <a:srgbClr val="0000FF"/>
                </a:solidFill>
                <a:latin typeface="Arial" charset="0"/>
                <a:ea typeface="ＭＳ Ｐゴシック" charset="0"/>
                <a:cs typeface="ＭＳ Ｐゴシック" charset="0"/>
              </a:rPr>
              <a:t> to the signed equivalent bit-vector of size 32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30C6C6-B784-83DF-D5A9-2196E490C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943350"/>
            <a:ext cx="4038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i="0" kern="0">
                <a:solidFill>
                  <a:srgbClr val="0000FF"/>
                </a:solidFill>
                <a:latin typeface="Arial" charset="0"/>
                <a:ea typeface="ＭＳ Ｐゴシック" charset="0"/>
                <a:cs typeface="ＭＳ Ｐゴシック" charset="0"/>
              </a:rPr>
              <a:t>replace b' by c−3 in the inequality</a:t>
            </a:r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DC48FD80-6E52-061C-57E4-1E19D0508DE8}"/>
              </a:ext>
            </a:extLst>
          </p:cNvPr>
          <p:cNvSpPr/>
          <p:nvPr/>
        </p:nvSpPr>
        <p:spPr>
          <a:xfrm>
            <a:off x="762000" y="4038600"/>
            <a:ext cx="228600" cy="304800"/>
          </a:xfrm>
          <a:prstGeom prst="downArrow">
            <a:avLst/>
          </a:prstGeom>
          <a:solidFill>
            <a:srgbClr val="BBE0E3"/>
          </a:solidFill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0" i="0" kern="0">
              <a:solidFill>
                <a:srgbClr val="FFFFFF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26" name="Down Arrow 25">
            <a:extLst>
              <a:ext uri="{FF2B5EF4-FFF2-40B4-BE49-F238E27FC236}">
                <a16:creationId xmlns:a16="http://schemas.microsoft.com/office/drawing/2014/main" id="{24E027A4-4D7C-38D8-A8C9-2D053994D6FA}"/>
              </a:ext>
            </a:extLst>
          </p:cNvPr>
          <p:cNvSpPr/>
          <p:nvPr/>
        </p:nvSpPr>
        <p:spPr>
          <a:xfrm>
            <a:off x="728663" y="5029200"/>
            <a:ext cx="228600" cy="304800"/>
          </a:xfrm>
          <a:prstGeom prst="downArrow">
            <a:avLst/>
          </a:prstGeom>
          <a:solidFill>
            <a:srgbClr val="BBE0E3"/>
          </a:solidFill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0" i="0" kern="0">
              <a:solidFill>
                <a:srgbClr val="FFFFFF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64287D-E21B-865C-4A68-699A73725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930775"/>
            <a:ext cx="4495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i="0" kern="0">
                <a:solidFill>
                  <a:srgbClr val="0000FF"/>
                </a:solidFill>
                <a:latin typeface="Arial" charset="0"/>
                <a:ea typeface="ＭＳ Ｐゴシック" charset="0"/>
                <a:cs typeface="ＭＳ Ｐゴシック" charset="0"/>
              </a:rPr>
              <a:t>using facts about bit-vector arithmetic</a:t>
            </a:r>
          </a:p>
        </p:txBody>
      </p:sp>
      <p:pic>
        <p:nvPicPr>
          <p:cNvPr id="132105" name="Picture 4">
            <a:extLst>
              <a:ext uri="{FF2B5EF4-FFF2-40B4-BE49-F238E27FC236}">
                <a16:creationId xmlns:a16="http://schemas.microsoft.com/office/drawing/2014/main" id="{5DF056A6-D3A6-545B-4CA8-9211088DCC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24050"/>
            <a:ext cx="80010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2106" name="Picture 5">
            <a:extLst>
              <a:ext uri="{FF2B5EF4-FFF2-40B4-BE49-F238E27FC236}">
                <a16:creationId xmlns:a16="http://schemas.microsoft.com/office/drawing/2014/main" id="{116C552A-86B1-7A2C-EC54-7430476588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368675"/>
            <a:ext cx="81534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2107" name="Picture 6">
            <a:extLst>
              <a:ext uri="{FF2B5EF4-FFF2-40B4-BE49-F238E27FC236}">
                <a16:creationId xmlns:a16="http://schemas.microsoft.com/office/drawing/2014/main" id="{6225EE0F-C227-79D5-3B8D-0683E06DD8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457700"/>
            <a:ext cx="83820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2108" name="Picture 7">
            <a:extLst>
              <a:ext uri="{FF2B5EF4-FFF2-40B4-BE49-F238E27FC236}">
                <a16:creationId xmlns:a16="http://schemas.microsoft.com/office/drawing/2014/main" id="{9E4320D0-72AA-B056-2DB2-2444ECA2E3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410200"/>
            <a:ext cx="7848600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  <p:bldP spid="24" grpId="0"/>
      <p:bldP spid="25" grpId="0" animBg="1"/>
      <p:bldP spid="26" grpId="0" animBg="1"/>
      <p:bldP spid="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>
            <a:extLst>
              <a:ext uri="{FF2B5EF4-FFF2-40B4-BE49-F238E27FC236}">
                <a16:creationId xmlns:a16="http://schemas.microsoft.com/office/drawing/2014/main" id="{F7E560F6-3D61-1771-6D0D-0D377E6BAF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19063"/>
            <a:ext cx="8839200" cy="719137"/>
          </a:xfrm>
        </p:spPr>
        <p:txBody>
          <a:bodyPr/>
          <a:lstStyle/>
          <a:p>
            <a:pPr>
              <a:defRPr/>
            </a:pPr>
            <a:r>
              <a:rPr lang="en-GB" b="1" dirty="0">
                <a:solidFill>
                  <a:srgbClr val="000000"/>
                </a:solidFill>
                <a:cs typeface="Arial" charset="0"/>
              </a:rPr>
              <a:t>Satisfiability Modulo Theories (4)</a:t>
            </a:r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0FC1C3BF-0D10-BBAC-461A-0FA21A2B26FA}"/>
              </a:ext>
            </a:extLst>
          </p:cNvPr>
          <p:cNvSpPr/>
          <p:nvPr/>
        </p:nvSpPr>
        <p:spPr>
          <a:xfrm>
            <a:off x="722313" y="1828800"/>
            <a:ext cx="228600" cy="304800"/>
          </a:xfrm>
          <a:prstGeom prst="downArrow">
            <a:avLst/>
          </a:prstGeom>
          <a:solidFill>
            <a:srgbClr val="BBE0E3"/>
          </a:solidFill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0" i="0" kern="0">
              <a:solidFill>
                <a:srgbClr val="FFFFFF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43E5DDFF-357B-7365-694E-F7CEFAEE4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6650" y="1730375"/>
            <a:ext cx="3416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i="0" kern="0">
                <a:solidFill>
                  <a:srgbClr val="0000FF"/>
                </a:solidFill>
                <a:latin typeface="Arial" charset="0"/>
                <a:ea typeface="ＭＳ Ｐゴシック" charset="0"/>
                <a:cs typeface="ＭＳ Ｐゴシック" charset="0"/>
              </a:rPr>
              <a:t>applying the theory of arrays</a:t>
            </a:r>
          </a:p>
        </p:txBody>
      </p:sp>
      <p:graphicFrame>
        <p:nvGraphicFramePr>
          <p:cNvPr id="136196" name="Object 6">
            <a:extLst>
              <a:ext uri="{FF2B5EF4-FFF2-40B4-BE49-F238E27FC236}">
                <a16:creationId xmlns:a16="http://schemas.microsoft.com/office/drawing/2014/main" id="{81209A06-68E6-06E7-91EC-9CF73C66B9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513" y="2357438"/>
          <a:ext cx="42799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6756300" imgH="4978400" progId="Equation.3">
                  <p:embed/>
                </p:oleObj>
              </mc:Choice>
              <mc:Fallback>
                <p:oleObj name="Equation" r:id="rId2" imgW="56756300" imgH="4978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513" y="2357438"/>
                        <a:ext cx="427990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Down Arrow 18">
            <a:extLst>
              <a:ext uri="{FF2B5EF4-FFF2-40B4-BE49-F238E27FC236}">
                <a16:creationId xmlns:a16="http://schemas.microsoft.com/office/drawing/2014/main" id="{6655BD00-BD1B-B342-4CAA-B741C459B6BA}"/>
              </a:ext>
            </a:extLst>
          </p:cNvPr>
          <p:cNvSpPr/>
          <p:nvPr/>
        </p:nvSpPr>
        <p:spPr>
          <a:xfrm>
            <a:off x="731838" y="3124200"/>
            <a:ext cx="228600" cy="304800"/>
          </a:xfrm>
          <a:prstGeom prst="downArrow">
            <a:avLst/>
          </a:prstGeom>
          <a:solidFill>
            <a:srgbClr val="BBE0E3"/>
          </a:solidFill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0" i="0" kern="0">
              <a:solidFill>
                <a:srgbClr val="FFFFFF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62115F-ADD0-0DCA-81D2-707945B85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5700" y="2873375"/>
            <a:ext cx="50831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i="0" kern="0">
                <a:solidFill>
                  <a:srgbClr val="0000FF"/>
                </a:solidFill>
                <a:latin typeface="Arial" charset="0"/>
                <a:ea typeface="ＭＳ Ｐゴシック" charset="0"/>
                <a:cs typeface="ＭＳ Ｐゴシック" charset="0"/>
              </a:rPr>
              <a:t>The function g implies that for all x and y,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i="0" kern="0">
                <a:solidFill>
                  <a:srgbClr val="0000FF"/>
                </a:solidFill>
                <a:latin typeface="Arial" charset="0"/>
                <a:ea typeface="ＭＳ Ｐゴシック" charset="0"/>
                <a:cs typeface="ＭＳ Ｐゴシック" charset="0"/>
              </a:rPr>
              <a:t>if x = y, then g (x) = g (y) (</a:t>
            </a:r>
            <a:r>
              <a:rPr lang="en-GB" kern="0">
                <a:solidFill>
                  <a:srgbClr val="0000FF"/>
                </a:solidFill>
                <a:latin typeface="Arial" charset="0"/>
                <a:ea typeface="ＭＳ Ｐゴシック" charset="0"/>
                <a:cs typeface="ＭＳ Ｐゴシック" charset="0"/>
              </a:rPr>
              <a:t>congruence rule</a:t>
            </a:r>
            <a:r>
              <a:rPr lang="en-GB" i="0" kern="0">
                <a:solidFill>
                  <a:srgbClr val="0000FF"/>
                </a:solidFill>
                <a:latin typeface="Arial" charset="0"/>
                <a:ea typeface="ＭＳ Ｐゴシック" charset="0"/>
                <a:cs typeface="ＭＳ Ｐゴシック" charset="0"/>
              </a:rPr>
              <a:t>).</a:t>
            </a:r>
          </a:p>
        </p:txBody>
      </p:sp>
      <p:graphicFrame>
        <p:nvGraphicFramePr>
          <p:cNvPr id="21" name="Object 7">
            <a:extLst>
              <a:ext uri="{FF2B5EF4-FFF2-40B4-BE49-F238E27FC236}">
                <a16:creationId xmlns:a16="http://schemas.microsoft.com/office/drawing/2014/main" id="{1BDB8637-AA8A-93F3-4165-9E02DD6783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3810000"/>
          <a:ext cx="26670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160200" imgH="4686300" progId="Equation.3">
                  <p:embed/>
                </p:oleObj>
              </mc:Choice>
              <mc:Fallback>
                <p:oleObj name="Equation" r:id="rId4" imgW="37160200" imgH="4686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810000"/>
                        <a:ext cx="26670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3">
            <a:extLst>
              <a:ext uri="{FF2B5EF4-FFF2-40B4-BE49-F238E27FC236}">
                <a16:creationId xmlns:a16="http://schemas.microsoft.com/office/drawing/2014/main" id="{FBEEF2F9-938A-826C-3DEA-5E84E5CC81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3" y="4452938"/>
            <a:ext cx="87630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r>
              <a:rPr lang="en-GB" sz="2400" i="0" kern="0" dirty="0">
                <a:solidFill>
                  <a:sysClr val="windowText" lastClr="000000"/>
                </a:solidFill>
                <a:latin typeface="Arial"/>
                <a:ea typeface="+mn-ea"/>
                <a:cs typeface="Arial"/>
              </a:rPr>
              <a:t>SMT solvers also apply:</a:t>
            </a:r>
          </a:p>
          <a:p>
            <a:pPr marL="742950" lvl="1" indent="-285750" eaLnBrk="1" fontAlgn="auto" hangingPunct="1">
              <a:spcBef>
                <a:spcPct val="20000"/>
              </a:spcBef>
              <a:spcAft>
                <a:spcPts val="0"/>
              </a:spcAft>
              <a:buFontTx/>
              <a:buChar char="–"/>
              <a:defRPr/>
            </a:pPr>
            <a:r>
              <a:rPr lang="en-GB" sz="2400" i="0" kern="0" dirty="0">
                <a:solidFill>
                  <a:sysClr val="windowText" lastClr="000000"/>
                </a:solidFill>
                <a:latin typeface="Arial"/>
                <a:ea typeface="+mn-ea"/>
                <a:cs typeface="Arial"/>
              </a:rPr>
              <a:t>standard algebraic reduction rules </a:t>
            </a:r>
          </a:p>
          <a:p>
            <a:pPr marL="742950" lvl="1" indent="-285750" eaLnBrk="1" fontAlgn="auto" hangingPunct="1">
              <a:spcBef>
                <a:spcPct val="20000"/>
              </a:spcBef>
              <a:spcAft>
                <a:spcPts val="0"/>
              </a:spcAft>
              <a:buFontTx/>
              <a:buChar char="–"/>
              <a:defRPr/>
            </a:pPr>
            <a:r>
              <a:rPr lang="en-GB" sz="2400" i="0" kern="0" dirty="0">
                <a:solidFill>
                  <a:sysClr val="windowText" lastClr="000000"/>
                </a:solidFill>
                <a:latin typeface="Arial"/>
                <a:ea typeface="+mn-ea"/>
                <a:cs typeface="Arial"/>
              </a:rPr>
              <a:t>contextual simplification</a:t>
            </a:r>
          </a:p>
          <a:p>
            <a:pPr marL="342900" indent="-342900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GB" sz="2400" i="0" kern="0" dirty="0">
                <a:solidFill>
                  <a:sysClr val="windowText" lastClr="000000"/>
                </a:solidFill>
                <a:latin typeface="Arial"/>
                <a:ea typeface="+mn-ea"/>
                <a:cs typeface="Arial"/>
              </a:rPr>
              <a:t>	</a:t>
            </a:r>
          </a:p>
        </p:txBody>
      </p:sp>
      <p:graphicFrame>
        <p:nvGraphicFramePr>
          <p:cNvPr id="23" name="Object 11">
            <a:extLst>
              <a:ext uri="{FF2B5EF4-FFF2-40B4-BE49-F238E27FC236}">
                <a16:creationId xmlns:a16="http://schemas.microsoft.com/office/drawing/2014/main" id="{CFC1B68A-F690-1AF4-62C4-0A5AE155FB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0" y="4976813"/>
          <a:ext cx="190500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742900" imgH="4686300" progId="Equation.3">
                  <p:embed/>
                </p:oleObj>
              </mc:Choice>
              <mc:Fallback>
                <p:oleObj name="Equation" r:id="rId6" imgW="25742900" imgH="46863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4976813"/>
                        <a:ext cx="1905000" cy="34766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2">
            <a:extLst>
              <a:ext uri="{FF2B5EF4-FFF2-40B4-BE49-F238E27FC236}">
                <a16:creationId xmlns:a16="http://schemas.microsoft.com/office/drawing/2014/main" id="{E0C80BDB-148A-0F86-C0CD-04397C8F99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0" y="5367338"/>
          <a:ext cx="2819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497000" imgH="4978400" progId="Equation.3">
                  <p:embed/>
                </p:oleObj>
              </mc:Choice>
              <mc:Fallback>
                <p:oleObj name="Equation" r:id="rId8" imgW="39497000" imgH="4978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5367338"/>
                        <a:ext cx="2819400" cy="3556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203" name="Object 5">
            <a:extLst>
              <a:ext uri="{FF2B5EF4-FFF2-40B4-BE49-F238E27FC236}">
                <a16:creationId xmlns:a16="http://schemas.microsoft.com/office/drawing/2014/main" id="{F994E22E-265A-F81F-6D88-31C3482790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5625" y="1143000"/>
          <a:ext cx="7015163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4208600" imgH="4978400" progId="Equation.3">
                  <p:embed/>
                </p:oleObj>
              </mc:Choice>
              <mc:Fallback>
                <p:oleObj name="Equation" r:id="rId10" imgW="94208600" imgH="4978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625" y="1143000"/>
                        <a:ext cx="7015163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2" grpId="0"/>
    </p:bldLst>
  </p:timing>
</p:sld>
</file>

<file path=ppt/theme/theme1.xml><?xml version="1.0" encoding="utf-8"?>
<a:theme xmlns:a="http://schemas.openxmlformats.org/drawingml/2006/main" name="computer-bunny.blue">
  <a:themeElements>
    <a:clrScheme name="">
      <a:dk1>
        <a:srgbClr val="000000"/>
      </a:dk1>
      <a:lt1>
        <a:srgbClr val="FFFFFF"/>
      </a:lt1>
      <a:dk2>
        <a:srgbClr val="CC0000"/>
      </a:dk2>
      <a:lt2>
        <a:srgbClr val="969696"/>
      </a:lt2>
      <a:accent1>
        <a:srgbClr val="0033CC"/>
      </a:accent1>
      <a:accent2>
        <a:srgbClr val="339933"/>
      </a:accent2>
      <a:accent3>
        <a:srgbClr val="FFFFFF"/>
      </a:accent3>
      <a:accent4>
        <a:srgbClr val="000000"/>
      </a:accent4>
      <a:accent5>
        <a:srgbClr val="AAADE2"/>
      </a:accent5>
      <a:accent6>
        <a:srgbClr val="2D8A2D"/>
      </a:accent6>
      <a:hlink>
        <a:srgbClr val="9900CC"/>
      </a:hlink>
      <a:folHlink>
        <a:srgbClr val="B2B2B2"/>
      </a:folHlink>
    </a:clrScheme>
    <a:fontScheme name="computer-bunny.blue.pot">
      <a:majorFont>
        <a:latin typeface="Arial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computer-bunny.blue.po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uter-bunny.blue.po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8">
        <a:dk1>
          <a:srgbClr val="000000"/>
        </a:dk1>
        <a:lt1>
          <a:srgbClr val="FFFFFF"/>
        </a:lt1>
        <a:dk2>
          <a:srgbClr val="CC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K:\doc\Presentations\computer-bunny.blue.pot</Template>
  <TotalTime>36146</TotalTime>
  <Words>1284</Words>
  <Application>Microsoft Macintosh PowerPoint</Application>
  <PresentationFormat>On-screen Show (4:3)</PresentationFormat>
  <Paragraphs>203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41" baseType="lpstr">
      <vt:lpstr>Arial</vt:lpstr>
      <vt:lpstr>ＭＳ Ｐゴシック</vt:lpstr>
      <vt:lpstr>Times New Roman</vt:lpstr>
      <vt:lpstr>Wingdings</vt:lpstr>
      <vt:lpstr>Monotype Sorts</vt:lpstr>
      <vt:lpstr>MT Extra</vt:lpstr>
      <vt:lpstr>Calibri</vt:lpstr>
      <vt:lpstr>Verdana</vt:lpstr>
      <vt:lpstr>Symbol</vt:lpstr>
      <vt:lpstr>Courier New</vt:lpstr>
      <vt:lpstr>Tahoma</vt:lpstr>
      <vt:lpstr>ＭＳ ゴシック</vt:lpstr>
      <vt:lpstr>Gulim</vt:lpstr>
      <vt:lpstr>Arial Unicode MS</vt:lpstr>
      <vt:lpstr>Engravers MT</vt:lpstr>
      <vt:lpstr>Lucida Console</vt:lpstr>
      <vt:lpstr>WenQuanYi Zen Hei Sharp</vt:lpstr>
      <vt:lpstr>Liberation Sans</vt:lpstr>
      <vt:lpstr>Courier</vt:lpstr>
      <vt:lpstr>Arial (Body)</vt:lpstr>
      <vt:lpstr>computer-bunny.blue</vt:lpstr>
      <vt:lpstr>Microsoft Equation 3.0</vt:lpstr>
      <vt:lpstr>PowerPoint Presentation</vt:lpstr>
      <vt:lpstr>Motivating Example</vt:lpstr>
      <vt:lpstr>Verification vs Validation</vt:lpstr>
      <vt:lpstr>Static and Dynamic Verification</vt:lpstr>
      <vt:lpstr>Detection of Vulnerabilities</vt:lpstr>
      <vt:lpstr>Detection of Vulnerabilities</vt:lpstr>
      <vt:lpstr>Detection of Vulnerabilities</vt:lpstr>
      <vt:lpstr>Static analysis vs Testing/Simulation</vt:lpstr>
      <vt:lpstr>Static analysis vs Testing/Simulation</vt:lpstr>
      <vt:lpstr>Bounded Model Checking</vt:lpstr>
      <vt:lpstr>Symbolic Execution</vt:lpstr>
      <vt:lpstr>V&amp;V and debugging</vt:lpstr>
      <vt:lpstr>Formula Satisfiability (SAT)</vt:lpstr>
      <vt:lpstr>SAT Competition</vt:lpstr>
      <vt:lpstr>Bounded Model Checking</vt:lpstr>
      <vt:lpstr>Satisfiability Modulo Theories (1)</vt:lpstr>
      <vt:lpstr>Satisfiability Modulo Theories (2)</vt:lpstr>
      <vt:lpstr>Satisfiability Modulo Theories (3)</vt:lpstr>
      <vt:lpstr>Satisfiability Modulo Theories (4)</vt:lpstr>
    </vt:vector>
  </TitlesOfParts>
  <Company>University of Virginia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332: Algorithms</dc:title>
  <dc:creator>David Luebke</dc:creator>
  <cp:lastModifiedBy>Lucas Cordeiro</cp:lastModifiedBy>
  <cp:revision>591</cp:revision>
  <cp:lastPrinted>1998-11-03T18:33:01Z</cp:lastPrinted>
  <dcterms:created xsi:type="dcterms:W3CDTF">1998-11-02T19:17:54Z</dcterms:created>
  <dcterms:modified xsi:type="dcterms:W3CDTF">2026-06-11T15:42:09Z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2</vt:i4>
  </property>
  <property fmtid="{D5CDD505-2E9C-101B-9397-08002B2CF9AE}" pid="4" name="Compression">
    <vt:i4>95</vt:i4>
  </property>
  <property fmtid="{D5CDD505-2E9C-101B-9397-08002B2CF9AE}" pid="5" name="ScreenSize">
    <vt:i4>3</vt:i4>
  </property>
  <property fmtid="{D5CDD505-2E9C-101B-9397-08002B2CF9AE}" pid="6" name="ScreenUsage">
    <vt:i4>2</vt:i4>
  </property>
  <property fmtid="{D5CDD505-2E9C-101B-9397-08002B2CF9AE}" pid="7" name="MailAddress">
    <vt:lpwstr>luebke@cs.virginia.edu</vt:lpwstr>
  </property>
  <property fmtid="{D5CDD505-2E9C-101B-9397-08002B2CF9AE}" pid="8" name="HomePage">
    <vt:lpwstr>http://www.cs.virginia.edu/~luebke</vt:lpwstr>
  </property>
  <property fmtid="{D5CDD505-2E9C-101B-9397-08002B2CF9AE}" pid="9" name="Other">
    <vt:lpwstr>CS 551: Intro Computer Graphics_x000d_
David Luebke, UVA</vt:lpwstr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4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\\athena\luebke\public_html\cs332</vt:lpwstr>
  </property>
</Properties>
</file>