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58952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Tonight's trick hunts a counterexample. Abstract interpretation proves P the other way — over-approximate every run at once to a fixpoint invariant: no bound, no search.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You met the mechanism in Session 1: abstract domain, widening (∇), narrowing (Δ) — iterate to a fixpoint; if it implies P, P holds for every run.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Sound, not complete: too coarse an over-approximation → a false alarm. (Astrée proved the A380 fly-by-wire this way.)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ships it too — --interval-analysis — feeding the invariant k-induction needs for unwind.c (Lab 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Box B (optional): re-run Stage 3 as Python ESBMC checks for you — stage3_esbmc.py.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Z3's Python API — the whole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from z3 import Bools, Ints, BitVec, Solver, sat,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a, b = Bools("a b")     # symbolic booleans, not values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 = BitVec("x", 32)     # a 32-bit machine integer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s.add(formula)           # constrain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s.check()                # -&gt; sat or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s.model()                # the witness, when sat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Every stage of lab1.py is these five calls — nothing else.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equivalent() from lab1.py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equivalent(lhs, rhs, name):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slv.add(lhs != rhs)            # can they EVER differ?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if slv.check() == unsat:       # never differ: a proof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"EQUIVALENT")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else:                          # a witness they differ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slv.model())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1a De Morgan: EQUIVALENT   ·   1b distribution: EQUIVALENT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1c trick question: NOT equivalent, counterexample: [b = False]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Read the model: with b = False, a → (b → a) is true but b is false.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Stage 3 is ESBMC by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x, y, z = BitVec("x", 32), BitVec("y", 32), BitVec("z", 32)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s.add(y == x + 1)        # 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s.add(z == y * 2)        # 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s.add(Not(z &gt;= 2))       # assert(z &gt;= 2) — NEGATED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sat — counterexample e.g. x = 1073741824 (= 2^30)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 * 2 overflows the 32-bit range: z comes out negative.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Would your test suite have tried 1073741824?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builds exactly this formula from your C — automatically. That's Lab 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Box B: hand that same Python to ESBMC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f(x: int) -&gt; int: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y = x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z = y * 2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assert z &gt;= 2        # ESBMC negates this for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x: int = nondet_int()    # every int at once, like BitVec("x")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f(x)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stage3_esbmc.py  →  VERIFICATION FAILED   (x = 2^63 - 1)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You wrote the function; ESBMC wrote AND solved the formula.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Z3 is the SMT engine; ESBMC is a model checker built ON it — it calls Z3 underneath.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Same overflow, wider word: 2^30 (your 32-bit BitVec) vs 2^63 (ESBMC's default 64-bit int). But should a Python int overflow at all? → next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Which integers? machine word vs math (--ir)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Both runs print VERIFICATION FAILED — but only one counterexample is real in CPython: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       →  x = 2^63 - 1   default: int = 64-bit machine word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--ir   →  x = -1         --ir: unbounded integer/real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Default blames x = 2^63 - 1 — but Python ints are unbounded, so that overflow never happens (z stays huge, z ≥ 2 holds). A modelling artifact.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 blames x = -1 → z = 0 &lt; 2 — reproduces in CPython: python3 stage3_ir_reproduce.py → AssertionError. Unbounded integer/real matches Python's bignums, and is often faster.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--ir-ieee adds IEEE-754 enclosure for reals — the honest model once floats appear (Lab 4, float.c).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Match the integer model to your program. (Session 1: machine arithmetic ≠ mathematics.)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1?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3?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Same verdict — two different questions answered. If you can articulate the difference, you understand verification.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7548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Box B (optional): esbmc safe_div.py — same loop, Python input.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Real output — esbmc getpassword.c --unwind 8: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file getpassword.c line 18 function getPassword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buf = { 0, 0, 0, 0 }              ← the state so far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file ...library/io.c line 91 function gets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...           ← the vuln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overflow.c — the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...  a = { 0, -1 }   ← stack garbage in the 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...  i = -1          ← the index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...  x = -1          ← the branch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file overflow.c line 24 ... assertion main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!((_Bool)((signed long int)(!(p[1] == 1))))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-1 takes the else branch; a[i + 1] with i = -1 writes a[0].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a[1] keeps its garbage (-1) and assert(*(p + 1) == 1) dies.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 = -1, x = -1 is a ready-made failing test case — keep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what broke, and its CWE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shapes of violated property: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an assertion — names YOUR 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overflow.c line 24 ... assertion main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built-in check — names the bug kind plus its CWE classes: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CWE-131, CWE-193, CWE-787</a:t>
            </a:r>
          </a:p>
          <a:p>
            <a:pPr lvl="2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  (stack overflow · OOB read · bad index · size miscalc · off-by-one · OOB write)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path may point inside ESBMC's model of the C library (io.c line 91 = the gets model).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That names the API you misused — it is not a bug in ESBMC.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Sequentially, race.c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threads of just 2 and 1 statements already have 3 interleavings; real code has billions.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model checker enumerates every interleaving up to the context bound — including the one that kills the assertion.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