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1 — are two Boolean formulas equivalent? (you encoded lhs ≠ rhs)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3 — a 3-line C function as SSA equations, assertion negated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verdict — two different questions answered (equivalence vs. a program is safe). If you can articulate the difference, you understand verification.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1 and 3, not 2? Both are unsat = a proof. Stage 2 (SEND + MORE = MONEY) is the other mode: sat = a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