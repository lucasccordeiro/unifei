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2 — Hands-On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you drive.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Recap quiz (while machines boot)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To prove property P with a solver, you ask whether … is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sat + a model in that setup means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--unwind 5 reports a violated unwinding assertion. Is the program buggy?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Smoke test, everyone: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esbmc lab4/float.c   →  VERIFICATION FAILED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(yes, FAILED — your tool just found a real bug)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58952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Lab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Constraint solving with Z3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Bug hunting with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Writing your own specifications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Team challenge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Debrief + where next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Work in pairs · keep labs/CHEATSHEET.md open · predict before you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behind the whole evening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the solver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P always holds (a proof)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Everything tonight — Z3 puzzles, ESBMC bug hunts, your own specifications — is this one move in different costumes.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 — Constraint solving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labs/lab1/lab1.py — three stages, instructions inside.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1 (guided): are these formulas equivalent? Encode lhs ≠ rhs, ask the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2: SEND + MORE = MONEY — let Z3 search 10⁸ assignments.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3: a 3-line C function as SSA equations — you are doing ESBMC's job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before every run: write your guess as a comment first.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Box B (optional): re-run Stage 3 as Python ESBMC checks for you — stage3_esbmc.py.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Z3's Python API — the whole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from z3 import Bools, Ints, BitVec, Solver, sat,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a, b = Bools("a b")     # symbolic booleans, not values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 = BitVec("x", 32)     # a 32-bit machine integer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s.add(formula)           # constrain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s.check()                # -&gt; sat or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s.model()                # the witness, when sat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Every stage of lab1.py is these five calls — nothing else.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equivalent() from lab1.py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equivalent(lhs, rhs, name):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slv.add(lhs != rhs)            # can they EVER differ?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if slv.check() == unsat:       # never differ: a proof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"EQUIVALENT")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else:                          # a witness they differ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slv.model())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1a De Morgan: EQUIVALENT   ·   1b distribution: EQUIVALENT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1c trick question: NOT equivalent, counterexample: [b = False]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Read the model: with b = False, a → (b → a) is true but b is false.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Stage 3 is ESBMC by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x, y, z = BitVec("x", 32), BitVec("y", 32), BitVec("z", 32)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s.add(y == x + 1)        # 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s.add(z == y * 2)        # 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s.add(Not(z &gt;= 2))       # assert(z &gt;= 2) — NEGATED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sat — counterexample e.g. x = 1073741824 (= 2^30)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 * 2 overflows the 32-bit range: z comes out negative.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Would your test suite have tried 1073741824?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builds exactly this formula from your C — automatically. That's Lab 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Box B: hand that same Python to ESBMC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f(x: int) -&gt; int: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y = x + 1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z = y * 2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assert z &gt;= 2        # ESBMC negates this for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x: int = nondet_int()    # every int at once, like BitVec("x")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f(x)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stage3_esbmc.py  →  VERIFICATION FAILED   (x = 2^63 - 1)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You wrote the function; ESBMC wrote AND solved the formula.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Z3 is the SMT engine; ESBMC is a model checker built ON it — it calls Z3 underneath.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Same bug, different number: 2^30 (your 32-bit BitVec) vs 2^63 — ESBMC models a Python int as 64-bit.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Checkpoint before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1?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3?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Same verdict — two different questions answered. If you can articulate the difference, you understand verification.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Bug hunting (40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→ verify → READ THE COUNTEREXAMPLE → fix → re-verify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7548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vla.c  (two bugs!)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stretch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Done = VERIFICATION SUCCESSFUL on your fixed file, same flags.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Finished early? You are now a TA — help the pair next to you.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Box B (optional): esbmc safe_div.py — same loop, Python input.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Real output — esbmc getpassword.c --unwind 8: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file getpassword.c line 18 function getPassword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buf = { 0, 0, 0, 0 }              ← the state so far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file ...library/io.c line 91 function gets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...           ← the vuln class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bottom-up: what was violated, then scroll up for which values caused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overflow.c — the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...  a = { 0, -1 }   ← stack garbage in the array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...  i = -1          ← the index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...  x = -1          ← the branch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file overflow.c line 24 ... assertion main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!((_Bool)((signed long int)(!(p[1] == 1))))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-1 takes the else branch; a[i + 1] with i = -1 writes a[0].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So a[1] keeps its garbage (-1) and assert(*(p + 1) == 1) dies.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 = -1, x = -1 is a ready-made failing test case — keep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what broke, and its CWE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shapes of violated property: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an assertion — names YOUR line: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overflow.c line 24 ... assertion main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built-in check — names the bug kind plus its CWE classes: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CWE-131, CWE-193, CWE-787</a:t>
            </a:r>
          </a:p>
          <a:p>
            <a:pPr lvl="2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  (stack overflow · OOB read · bad index · size miscalc · off-by-one · OOB write)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path may point inside ESBMC's model of the C library (io.c line 91 = the gets model).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That names the API you misused — it is not a bug in ESBMC.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Specifications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triangle.c verifies SUCCESSFUL as shipped.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Does that mean it's correct?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Write the two TODO properties and find out.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The tool checks what you specify — with a weak spec, green is cheap.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Your specification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nondet_int(void);              /* any possible int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__ESBMC_assume(_Bool);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 input = all tests of that input at once.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3, Part 2 — what did we prove?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5 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20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60     →  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is the unwinding assertion telling you at 5 and 20?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60 — what exactly is proven, and for which n?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Stretch: --k-induction answers VERIFICATION UNKNOWN. Why is the unbounded question fundamentally harder? (Background deck: 03-k-induction.pptx)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 — Team challenge (30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Teams of 3–4. Points on the whiteboard: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 pt — verdict predicted correctly in writing, before running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2 pts — file fixed and re-verified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A:  race.c — write down the failing interleaving first, then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race.c --context-bound 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B:  float.c — primary-school arithmetic. Or is it?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machines beat humans at Track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Sequentially, race.c is bulletproof — run it a million times, the bug may never show.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threads of just 2 and 1 statements already have 3 interleavings; real code has billions.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model checker enumerates every interleaving up to the context bound — including the one that kills the assertion.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get includes the thread schedule: read it as a story of who ran when.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thing the tool caught that YOU wouldn't have?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arc you just walked: intuition → concepts → tools → application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Where next: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SV-COMP benchmarks: sv-comp.sosy-lab.org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Full course: COMP63342 Software Security (slides online)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ESBMC: esbmc.org · Z3: github.com/Z3Prover/z3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complementary technique: fuzzing (AFL, OSS-Fuzz)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Feedback poll: pace / best lab / one improvement.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