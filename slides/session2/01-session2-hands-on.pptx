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Tonight's trick hunts a counterexample. Abstract interpretation proves P the other way — over-approximate every run at once to a fixpoint invariant: no bound, no search.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You met the mechanism in Session 1: abstract domain, widening (∇), narrowing (Δ) — iterate to a fixpoint; if it implies P, P holds for every run.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Sound, not complete: too coarse an over-approximation → a false alarm. (Astrée proved the A380 fly-by-wire this way.)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ships it too — --interval-analysis — feeding the invariant k-induction needs for unwind.c (Lab 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Sound over-approximation: Cousot &amp; Cousot, POPL 1977 (doi:10.1145/512950.512973)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Box B (optional): re-run Stage 3 as Python ESBMC checks for you — stage3_esbmc.py.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B: hand that same Python to ESBMC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f(x: int) -&gt; int: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y = x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z = y * 2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assert z &gt;= 2        # ESBMC negates this for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x: int = nondet_int()    # every int at once, like BitVec("x")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f(x)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stage3_esbmc.py  →  VERIFICATION FAILED   (x = 2^63 - 1)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 wrote the function; ESBMC wrote AND solved the formula.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Z3 is the SMT engine; ESBMC is a model checker built ON it — it calls Z3 underneath.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overflow, wider word: 2^30 (your 32-bit BitVec) vs 2^63 (ESBMC's default 64-bit int). But should a Python int overflow at all? → next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Which integers? machine word vs math (--ir)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Both runs print VERIFICATION FAILED — but only one counterexample is real in CPython: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       →  x = 2^63 - 1   default: int = 64-bit machine word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--ir   →  x = -1         --ir: unbounded integer/real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Default blames x = 2^63 - 1 — but Python ints are unbounded, so that overflow never happens (z stays huge, z ≥ 2 holds). A modelling artifact.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 blames x = -1 → z = 0 &lt; 2 — reproduces in CPython: python3 stage3_ir_reproduce.py → AssertionError. Unbounded integer/real matches Python's bignums, and is often faster.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--ir-ieee adds IEEE-754 enclosure for reals — the honest model once floats appear (Lab 4, float.c).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Match the integer model to your program. (Session 1: machine arithmetic ≠ mathematics.)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1 — are two Boolean formulas equivalent? (you encoded lhs ≠ rhs)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3 — a 3-line C function as SSA equations, assertion negated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verdict — two different questions answered (equivalence vs. a program is safe). If you can articulate the difference, you understand verification.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1 and 3, not 2? Both are unsat = a proof. Stage 2 (SEND + MORE = MONEY) is the other mode: sat = a solution.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Box B (optional): esbmc safe_div.py — same loop, Python input.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Specifications, one level up: function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212121"/>
                </a:solidFill>
                <a:latin typeface="Courier New"/>
              </a:rPr>
              <a:t>int clamp(int x, int lo, int hi)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12121"/>
                </a:solidFill>
                <a:latin typeface="Courier New"/>
              </a:rPr>
              <a:t>  __ESBMC_requires(lo &lt;= hi);                  // caller's duty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12121"/>
                </a:solidFill>
                <a:latin typeface="Courier New"/>
              </a:rPr>
              <a:t>  __ESBMC_ensures(__ESBMC_return_value &gt;= lo); // the promise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12121"/>
                </a:solidFill>
                <a:latin typeface="Courier New"/>
              </a:rPr>
              <a:t>  __ESBMC_ensures(__ESBMC_return_value &lt;= hi); ...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Enforce (--enforce-contract): assume requires → run body → assert ensures (+ frame). Proves the implementation meets its contract. (bug → contract ensures → fix → SUCCESSFUL)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Replace (--replace-call-with-contract): at a call → assert requires → havoc frame → assume ensures. Verifies a caller against its callees' specs, without unrolling their bodies. Modular.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Frame (__ESBMC_assigns) = the locations a call may change; every other location is asserted unchanged. (clamp writes none.)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Gotcha: the function must be called, or there is nothing to enforce.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Deductive verification in miniature — Session 1's Dafny / Frama-C / SPARK row, on ESBMC. (labs/lab3/contract.c)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