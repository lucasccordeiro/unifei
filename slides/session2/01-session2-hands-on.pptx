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2 — Hands-On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you drive.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Recap quiz (while machines boot)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To prove property P with a solver, you ask whether … is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sat + a model in that setup means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--unwind 5 reports a violated unwinding assertion. Is the program buggy?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Smoke test, everyone: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esbmc lab4/float.c   →  VERIFICATION FAILED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(yes, FAILED — your tool just found a real bug)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758952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Lab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Constraint solving with Z3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Bug hunting with ESBMC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Writing your own specifications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Team challenge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Debrief + where next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20624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Work in pairs · keep labs/CHEATSHEET.md open · predict before you run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behind the whole evening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the solver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P always holds (a proof)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 ⇒  a concrete counterexample to 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Everything tonight — Z3 puzzles, ESBMC bug hunts, your own specifications — is this one move in different costumes.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1 — Constraint solving (35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labs/lab1/lab1.py — three stages, instructions inside.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1 (guided): are these formulas equivalent? Encode lhs ≠ rhs, ask the solver.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2: SEND + MORE = MONEY — let Z3 search 10⁸ assignments.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3: a 3-line C function as SSA equations — you are doing ESBMC's job by hand.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before every run: write your guess as a comment first.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Checkpoint before Lab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What does unsat mean in Stage 1?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What does unsat mean in Stage 3?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Same verdict — two different questions answered. If you can articulate the difference, you understand verification.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2 — Bug hunting (40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→ verify → READ THE COUNTEREXAMPLE → fix → re-verify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103120"/>
          <a:ext cx="749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4754880"/>
                <a:gridCol w="201168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By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overflow.c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leak.c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19:05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vla.c  (two bugs!)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19:20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getpassword.c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stretch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754880"/>
            <a:ext cx="10789920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Done = VERIFICATION SUCCESSFUL on your fixed file, same flags.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Finished early? You are now a TA — help the pair next to you.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 file overflow.c  line 21 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 = 2 (00000000 ... 010)        ← inputs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CWE-121, CWE-125, ...                    ← the vuln class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bottom-up: what was violated, then scroll up for which values caused it.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Those values are a ready-made failing test case — keep them.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19:40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3 — Specifications (35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triangle.c verifies SUCCESSFUL as shipped.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Does that mean it's correct?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Write the two TODO properties and find out.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The tool checks what you specify — with a weak spec, green is cheap.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Your specification toolkit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nondet_int(void);              /* any possible int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__ESBMC_assume(_Bool);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 input = all tests of that input at once.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3, Part 2 — what did we prove?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5      →  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20     →  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60     →  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What is the unwinding assertion telling you at 5 and 20?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At 60 — what exactly is proven, and for which n?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Stretch: --k-induction answers VERIFICATION UNKNOWN. Why is the unbounded question fundamentally harder? (Background deck: 03-k-induction.pptx)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4 — Team challenge (30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Teams of 3–4. Points on the whiteboard: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1 pt — verdict predicted correctly in writing, before running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2 pts — file fixed and re-verified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Track A:  race.c — write down the failing interleaving first, then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race.c --context-bound 2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Track B:  float.c — primary-school arithmetic. Or is it?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machines beat humans at Track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Sequentially, race.c is bulletproof — run it a million times, the bug may never show.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Two threads of just 2 and 1 statements already have 3 interleavings; real code has billions.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model checker enumerates every interleaving up to the context bound — including the one that kills the assertion.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get includes the thread schedule: read it as a story of who ran when.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Debrief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thing the tool caught that YOU wouldn't have?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arc you just walked: intuition → concepts → tools → application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Where next: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SV-COMP benchmarks: sv-comp.sosy-lab.org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Full course: COMP63342 Software Security (slides online)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ESBMC: esbmc.org · Z3: github.com/Z3Prover/z3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complementary technique: fuzzing (AFL, OSS-Fuzz)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Feedback poll: pace / best lab / one improvement. 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