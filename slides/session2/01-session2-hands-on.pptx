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1?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3?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Same verdict — two different questions answered. If you can articulate the difference, you understand verification.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754880"/>
            <a:ext cx="1078992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