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Tonight's trick hunts a counterexample. Abstract interpretation proves P the other way — over-approximate every run at once to a fixpoint invariant: no bound, no search.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You met the mechanism in Session 1: abstract domain, widening (∇), narrowing (Δ) — iterate to a fixpoint; if it implies P, P holds for every run.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Sound, not complete: too coarse an over-approximation → a false alarm. (Astrée proved the A380 fly-by-wire this way.)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ships it too — --interval-analysis — feeding the invariant k-induction needs for unwind.c (Lab 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bug, different number: 2^30 (your 32-bit BitVec) vs 2^63 — ESBMC models a Python int as 64-bit.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1?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3?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Same verdict — two different questions answered. If you can articulate the difference, you understand verification.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